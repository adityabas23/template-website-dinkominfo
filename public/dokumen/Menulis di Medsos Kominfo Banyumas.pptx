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1"/>
  </p:notesMasterIdLst>
  <p:handoutMasterIdLst>
    <p:handoutMasterId r:id="rId22"/>
  </p:handoutMasterIdLst>
  <p:sldIdLst>
    <p:sldId id="282" r:id="rId5"/>
    <p:sldId id="259" r:id="rId6"/>
    <p:sldId id="261" r:id="rId7"/>
    <p:sldId id="285" r:id="rId8"/>
    <p:sldId id="274" r:id="rId9"/>
    <p:sldId id="284" r:id="rId10"/>
    <p:sldId id="262" r:id="rId11"/>
    <p:sldId id="286" r:id="rId12"/>
    <p:sldId id="287" r:id="rId13"/>
    <p:sldId id="263" r:id="rId14"/>
    <p:sldId id="278" r:id="rId15"/>
    <p:sldId id="288" r:id="rId16"/>
    <p:sldId id="289" r:id="rId17"/>
    <p:sldId id="290" r:id="rId18"/>
    <p:sldId id="291" r:id="rId19"/>
    <p:sldId id="29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660B408-B3CF-4A94-85FC-2B1E0A45F4A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07" autoAdjust="0"/>
  </p:normalViewPr>
  <p:slideViewPr>
    <p:cSldViewPr snapToGrid="0">
      <p:cViewPr varScale="1">
        <p:scale>
          <a:sx n="74" d="100"/>
          <a:sy n="74" d="100"/>
        </p:scale>
        <p:origin x="576" y="72"/>
      </p:cViewPr>
      <p:guideLst/>
    </p:cSldViewPr>
  </p:slideViewPr>
  <p:outlineViewPr>
    <p:cViewPr>
      <p:scale>
        <a:sx n="33" d="100"/>
        <a:sy n="33" d="100"/>
      </p:scale>
      <p:origin x="0" y="-21342"/>
    </p:cViewPr>
  </p:outlineViewPr>
  <p:notesTextViewPr>
    <p:cViewPr>
      <p:scale>
        <a:sx n="1" d="1"/>
        <a:sy n="1" d="1"/>
      </p:scale>
      <p:origin x="0" y="0"/>
    </p:cViewPr>
  </p:notesTextViewPr>
  <p:notesViewPr>
    <p:cSldViewPr snapToGrid="0">
      <p:cViewPr>
        <p:scale>
          <a:sx n="50" d="100"/>
          <a:sy n="50" d="100"/>
        </p:scale>
        <p:origin x="2640" y="3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24F2345-EC98-4DA1-BEDE-E955624755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CC33E638-B8D4-466B-AD53-47551EDA16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D51EFA-6533-45C3-8394-23FFC04F750D}" type="datetimeFigureOut">
              <a:rPr lang="en-US" smtClean="0"/>
              <a:t>7/14/2022</a:t>
            </a:fld>
            <a:endParaRPr lang="en-US" dirty="0"/>
          </a:p>
        </p:txBody>
      </p:sp>
      <p:sp>
        <p:nvSpPr>
          <p:cNvPr id="4" name="Footer Placeholder 3">
            <a:extLst>
              <a:ext uri="{FF2B5EF4-FFF2-40B4-BE49-F238E27FC236}">
                <a16:creationId xmlns="" xmlns:a16="http://schemas.microsoft.com/office/drawing/2014/main" id="{C2889FA8-6777-4B9D-A1A9-C7DBF5FEA9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404C72C3-43D9-4379-9293-03F53C8488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9E2DD4-2E30-4434-A427-2EC50491079F}" type="slidenum">
              <a:rPr lang="en-US" smtClean="0"/>
              <a:t>‹#›</a:t>
            </a:fld>
            <a:endParaRPr lang="en-US" dirty="0"/>
          </a:p>
        </p:txBody>
      </p:sp>
    </p:spTree>
    <p:extLst>
      <p:ext uri="{BB962C8B-B14F-4D97-AF65-F5344CB8AC3E}">
        <p14:creationId xmlns:p14="http://schemas.microsoft.com/office/powerpoint/2010/main" val="24103731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B4C180-10CF-422C-B717-65F1B78C7EB7}" type="datetimeFigureOut">
              <a:rPr lang="en-US" noProof="0" smtClean="0"/>
              <a:t>7/14/2022</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8375C1-7C5C-42A2-80F2-05631BB3764E}" type="slidenum">
              <a:rPr lang="en-US" noProof="0" smtClean="0"/>
              <a:t>‹#›</a:t>
            </a:fld>
            <a:endParaRPr lang="en-US" noProof="0" dirty="0"/>
          </a:p>
        </p:txBody>
      </p:sp>
    </p:spTree>
    <p:extLst>
      <p:ext uri="{BB962C8B-B14F-4D97-AF65-F5344CB8AC3E}">
        <p14:creationId xmlns:p14="http://schemas.microsoft.com/office/powerpoint/2010/main" val="3572554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1</a:t>
            </a:fld>
            <a:endParaRPr lang="en-US" noProof="0" dirty="0"/>
          </a:p>
        </p:txBody>
      </p:sp>
    </p:spTree>
    <p:extLst>
      <p:ext uri="{BB962C8B-B14F-4D97-AF65-F5344CB8AC3E}">
        <p14:creationId xmlns:p14="http://schemas.microsoft.com/office/powerpoint/2010/main" val="17988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2</a:t>
            </a:fld>
            <a:endParaRPr lang="en-US" noProof="0" dirty="0"/>
          </a:p>
        </p:txBody>
      </p:sp>
    </p:spTree>
    <p:extLst>
      <p:ext uri="{BB962C8B-B14F-4D97-AF65-F5344CB8AC3E}">
        <p14:creationId xmlns:p14="http://schemas.microsoft.com/office/powerpoint/2010/main" val="258550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3</a:t>
            </a:fld>
            <a:endParaRPr lang="en-US" noProof="0" dirty="0"/>
          </a:p>
        </p:txBody>
      </p:sp>
    </p:spTree>
    <p:extLst>
      <p:ext uri="{BB962C8B-B14F-4D97-AF65-F5344CB8AC3E}">
        <p14:creationId xmlns:p14="http://schemas.microsoft.com/office/powerpoint/2010/main" val="783391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4</a:t>
            </a:fld>
            <a:endParaRPr lang="en-US" dirty="0"/>
          </a:p>
        </p:txBody>
      </p:sp>
    </p:spTree>
    <p:extLst>
      <p:ext uri="{BB962C8B-B14F-4D97-AF65-F5344CB8AC3E}">
        <p14:creationId xmlns:p14="http://schemas.microsoft.com/office/powerpoint/2010/main" val="563773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5</a:t>
            </a:fld>
            <a:endParaRPr lang="en-US" noProof="0" dirty="0"/>
          </a:p>
        </p:txBody>
      </p:sp>
    </p:spTree>
    <p:extLst>
      <p:ext uri="{BB962C8B-B14F-4D97-AF65-F5344CB8AC3E}">
        <p14:creationId xmlns:p14="http://schemas.microsoft.com/office/powerpoint/2010/main" val="400624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7</a:t>
            </a:fld>
            <a:endParaRPr lang="en-US" noProof="0" dirty="0"/>
          </a:p>
        </p:txBody>
      </p:sp>
    </p:spTree>
    <p:extLst>
      <p:ext uri="{BB962C8B-B14F-4D97-AF65-F5344CB8AC3E}">
        <p14:creationId xmlns:p14="http://schemas.microsoft.com/office/powerpoint/2010/main" val="153419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10</a:t>
            </a:fld>
            <a:endParaRPr lang="en-US" noProof="0" dirty="0"/>
          </a:p>
        </p:txBody>
      </p:sp>
    </p:spTree>
    <p:extLst>
      <p:ext uri="{BB962C8B-B14F-4D97-AF65-F5344CB8AC3E}">
        <p14:creationId xmlns:p14="http://schemas.microsoft.com/office/powerpoint/2010/main" val="952554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8375C1-7C5C-42A2-80F2-05631BB3764E}" type="slidenum">
              <a:rPr lang="en-US" noProof="0" smtClean="0"/>
              <a:t>11</a:t>
            </a:fld>
            <a:endParaRPr lang="en-US" noProof="0" dirty="0"/>
          </a:p>
        </p:txBody>
      </p:sp>
    </p:spTree>
    <p:extLst>
      <p:ext uri="{BB962C8B-B14F-4D97-AF65-F5344CB8AC3E}">
        <p14:creationId xmlns:p14="http://schemas.microsoft.com/office/powerpoint/2010/main" val="3840694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 xmlns:a16="http://schemas.microsoft.com/office/drawing/2014/main" id="{16977C32-6781-4E43-B083-CC319C1A2BE1}"/>
              </a:ext>
            </a:extLst>
          </p:cNvPr>
          <p:cNvSpPr>
            <a:spLocks noGrp="1"/>
          </p:cNvSpPr>
          <p:nvPr>
            <p:ph type="pic" sz="quarter" idx="10" hasCustomPrompt="1"/>
          </p:nvPr>
        </p:nvSpPr>
        <p:spPr>
          <a:xfrm>
            <a:off x="0" y="0"/>
            <a:ext cx="12192000" cy="6786563"/>
          </a:xfrm>
          <a:solidFill>
            <a:schemeClr val="tx1">
              <a:lumMod val="75000"/>
              <a:lumOff val="25000"/>
            </a:schemeClr>
          </a:solidFill>
        </p:spPr>
        <p:txBody>
          <a:bodyPr rIns="1044000" anchor="ctr"/>
          <a:lstStyle>
            <a:lvl1pPr marL="0" indent="0" algn="r">
              <a:buNone/>
              <a:defRPr sz="1100" i="1">
                <a:solidFill>
                  <a:schemeClr val="bg1">
                    <a:lumMod val="95000"/>
                  </a:schemeClr>
                </a:solidFill>
                <a:latin typeface="Times New Roman" panose="02020603050405020304" pitchFamily="18" charset="0"/>
                <a:cs typeface="Times New Roman" panose="02020603050405020304" pitchFamily="18" charset="0"/>
              </a:defRPr>
            </a:lvl1pPr>
          </a:lstStyle>
          <a:p>
            <a:r>
              <a:rPr lang="en-US" noProof="0" dirty="0"/>
              <a:t>Insert or Drag and Drop your Photo Here </a:t>
            </a:r>
          </a:p>
        </p:txBody>
      </p:sp>
      <p:sp>
        <p:nvSpPr>
          <p:cNvPr id="13" name="Rectangle 12">
            <a:extLst>
              <a:ext uri="{FF2B5EF4-FFF2-40B4-BE49-F238E27FC236}">
                <a16:creationId xmlns="" xmlns:a16="http://schemas.microsoft.com/office/drawing/2014/main" id="{DC433A2F-8949-4AAC-AE96-175254493AF4}"/>
              </a:ext>
            </a:extLst>
          </p:cNvPr>
          <p:cNvSpPr/>
          <p:nvPr userDrawn="1"/>
        </p:nvSpPr>
        <p:spPr>
          <a:xfrm>
            <a:off x="0" y="0"/>
            <a:ext cx="6336000" cy="6786563"/>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p:nvPr>
        </p:nvSpPr>
        <p:spPr>
          <a:xfrm>
            <a:off x="432000" y="2377000"/>
            <a:ext cx="5472000" cy="2387600"/>
          </a:xfrm>
        </p:spPr>
        <p:txBody>
          <a:bodyPr anchor="b"/>
          <a:lstStyle>
            <a:lvl1pPr algn="l">
              <a:defRPr sz="4200" spc="-3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p:nvPr>
        </p:nvSpPr>
        <p:spPr>
          <a:xfrm>
            <a:off x="432000" y="4962525"/>
            <a:ext cx="5472000" cy="12192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Rectangle 5">
            <a:extLst>
              <a:ext uri="{FF2B5EF4-FFF2-40B4-BE49-F238E27FC236}">
                <a16:creationId xmlns="" xmlns:a16="http://schemas.microsoft.com/office/drawing/2014/main" id="{EA8EA9D3-63E1-4170-B9FF-2F1AF08CCA45}"/>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 xmlns:a16="http://schemas.microsoft.com/office/drawing/2014/main" id="{B6AE9C85-4EEF-40CA-AA18-4DC9F703F4FD}"/>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37700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Picture Placeholder 9">
            <a:extLst>
              <a:ext uri="{FF2B5EF4-FFF2-40B4-BE49-F238E27FC236}">
                <a16:creationId xmlns="" xmlns:a16="http://schemas.microsoft.com/office/drawing/2014/main" id="{8BA39708-26C4-4C58-AAF1-7DDBAAFACC99}"/>
              </a:ext>
            </a:extLst>
          </p:cNvPr>
          <p:cNvSpPr>
            <a:spLocks noGrp="1"/>
          </p:cNvSpPr>
          <p:nvPr>
            <p:ph type="pic" sz="quarter" idx="10" hasCustomPrompt="1"/>
          </p:nvPr>
        </p:nvSpPr>
        <p:spPr>
          <a:xfrm>
            <a:off x="0" y="0"/>
            <a:ext cx="12192000" cy="6786563"/>
          </a:xfrm>
          <a:solidFill>
            <a:schemeClr val="tx1">
              <a:lumMod val="75000"/>
              <a:lumOff val="25000"/>
            </a:schemeClr>
          </a:solidFill>
        </p:spPr>
        <p:txBody>
          <a:bodyPr lIns="1044000" rIns="0" anchor="ctr"/>
          <a:lstStyle>
            <a:lvl1pPr marL="0" indent="0" algn="l">
              <a:buNone/>
              <a:defRPr sz="1100" i="1">
                <a:solidFill>
                  <a:schemeClr val="bg1">
                    <a:lumMod val="95000"/>
                  </a:schemeClr>
                </a:solidFill>
                <a:latin typeface="Times New Roman" panose="02020603050405020304" pitchFamily="18" charset="0"/>
                <a:cs typeface="Times New Roman" panose="02020603050405020304" pitchFamily="18" charset="0"/>
              </a:defRPr>
            </a:lvl1pPr>
          </a:lstStyle>
          <a:p>
            <a:r>
              <a:rPr lang="en-US" noProof="0" dirty="0"/>
              <a:t>Insert or Drag and Drop your Photo Here </a:t>
            </a:r>
          </a:p>
        </p:txBody>
      </p:sp>
      <p:sp>
        <p:nvSpPr>
          <p:cNvPr id="10" name="Rectangle 9">
            <a:extLst>
              <a:ext uri="{FF2B5EF4-FFF2-40B4-BE49-F238E27FC236}">
                <a16:creationId xmlns="" xmlns:a16="http://schemas.microsoft.com/office/drawing/2014/main" id="{129FEC1A-545F-4D58-B291-028B7D695567}"/>
              </a:ext>
            </a:extLst>
          </p:cNvPr>
          <p:cNvSpPr/>
          <p:nvPr userDrawn="1"/>
        </p:nvSpPr>
        <p:spPr>
          <a:xfrm>
            <a:off x="6336000" y="0"/>
            <a:ext cx="3979575" cy="6786563"/>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p:nvPr>
        </p:nvSpPr>
        <p:spPr>
          <a:xfrm>
            <a:off x="6539896" y="2377000"/>
            <a:ext cx="3571782" cy="2387600"/>
          </a:xfrm>
        </p:spPr>
        <p:txBody>
          <a:bodyPr anchor="b"/>
          <a:lstStyle>
            <a:lvl1pPr algn="l">
              <a:defRPr sz="3600" spc="-3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p:nvPr>
        </p:nvSpPr>
        <p:spPr>
          <a:xfrm>
            <a:off x="6539896" y="4962525"/>
            <a:ext cx="3571782" cy="12192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Rectangle 5">
            <a:extLst>
              <a:ext uri="{FF2B5EF4-FFF2-40B4-BE49-F238E27FC236}">
                <a16:creationId xmlns="" xmlns:a16="http://schemas.microsoft.com/office/drawing/2014/main" id="{787B6BB1-24C3-48A6-913C-94F7EA8127A1}"/>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 xmlns:a16="http://schemas.microsoft.com/office/drawing/2014/main" id="{C1C9CBFF-5639-480A-82C7-50DAD54E2E48}"/>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0128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 xmlns:a16="http://schemas.microsoft.com/office/drawing/2014/main" id="{6FAD7B97-1B74-414B-B585-45E33908CBEB}"/>
              </a:ext>
            </a:extLst>
          </p:cNvPr>
          <p:cNvSpPr>
            <a:spLocks noGrp="1"/>
          </p:cNvSpPr>
          <p:nvPr>
            <p:ph type="pic" sz="quarter" idx="10" hasCustomPrompt="1"/>
          </p:nvPr>
        </p:nvSpPr>
        <p:spPr>
          <a:xfrm>
            <a:off x="0" y="0"/>
            <a:ext cx="12192000" cy="6365363"/>
          </a:xfrm>
          <a:solidFill>
            <a:schemeClr val="tx1">
              <a:lumMod val="75000"/>
              <a:lumOff val="25000"/>
            </a:schemeClr>
          </a:solidFill>
        </p:spPr>
        <p:txBody>
          <a:bodyPr vert="vert270" lIns="144000" tIns="0" rIns="0" anchor="t"/>
          <a:lstStyle>
            <a:lvl1pPr marL="0" indent="0" algn="ctr">
              <a:buNone/>
              <a:defRPr sz="1100" i="1">
                <a:solidFill>
                  <a:schemeClr val="bg1">
                    <a:lumMod val="95000"/>
                  </a:schemeClr>
                </a:solidFill>
                <a:latin typeface="Times New Roman" panose="02020603050405020304" pitchFamily="18" charset="0"/>
                <a:cs typeface="Times New Roman" panose="02020603050405020304" pitchFamily="18" charset="0"/>
              </a:defRPr>
            </a:lvl1pPr>
          </a:lstStyle>
          <a:p>
            <a:r>
              <a:rPr lang="en-US" noProof="0" dirty="0"/>
              <a:t>Insert or Drag and Drop your Photo Here </a:t>
            </a:r>
          </a:p>
        </p:txBody>
      </p:sp>
      <p:sp>
        <p:nvSpPr>
          <p:cNvPr id="13" name="Rectangle 12">
            <a:extLst>
              <a:ext uri="{FF2B5EF4-FFF2-40B4-BE49-F238E27FC236}">
                <a16:creationId xmlns="" xmlns:a16="http://schemas.microsoft.com/office/drawing/2014/main" id="{DC433A2F-8949-4AAC-AE96-175254493AF4}"/>
              </a:ext>
            </a:extLst>
          </p:cNvPr>
          <p:cNvSpPr/>
          <p:nvPr userDrawn="1"/>
        </p:nvSpPr>
        <p:spPr>
          <a:xfrm>
            <a:off x="432000" y="1"/>
            <a:ext cx="11760000" cy="6365362"/>
          </a:xfrm>
          <a:prstGeom prst="rect">
            <a:avLst/>
          </a:prstGeom>
          <a:gradFill>
            <a:gsLst>
              <a:gs pos="36000">
                <a:schemeClr val="tx1">
                  <a:alpha val="60000"/>
                </a:schemeClr>
              </a:gs>
              <a:gs pos="100000">
                <a:schemeClr val="tx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p:nvPr>
        </p:nvSpPr>
        <p:spPr>
          <a:xfrm>
            <a:off x="680728" y="2377000"/>
            <a:ext cx="6299682" cy="2387600"/>
          </a:xfrm>
        </p:spPr>
        <p:txBody>
          <a:bodyPr anchor="b"/>
          <a:lstStyle>
            <a:lvl1pPr algn="l">
              <a:defRPr sz="4200" spc="-3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p:nvPr>
        </p:nvSpPr>
        <p:spPr>
          <a:xfrm>
            <a:off x="680728" y="4962525"/>
            <a:ext cx="6299682" cy="12192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5" name="Rectangle 4">
            <a:extLst>
              <a:ext uri="{FF2B5EF4-FFF2-40B4-BE49-F238E27FC236}">
                <a16:creationId xmlns="" xmlns:a16="http://schemas.microsoft.com/office/drawing/2014/main" id="{C1384471-818E-4B2E-BA19-852421944514}"/>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 xmlns:a16="http://schemas.microsoft.com/office/drawing/2014/main" id="{6FBA5E93-E4C5-4917-B92A-53FC468CFEBD}"/>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Slide Number Placeholder 6">
            <a:extLst>
              <a:ext uri="{FF2B5EF4-FFF2-40B4-BE49-F238E27FC236}">
                <a16:creationId xmlns="" xmlns:a16="http://schemas.microsoft.com/office/drawing/2014/main" id="{6C109B30-9CC9-4BE8-AB10-1BA398CAB523}"/>
              </a:ext>
            </a:extLst>
          </p:cNvPr>
          <p:cNvSpPr>
            <a:spLocks noGrp="1"/>
          </p:cNvSpPr>
          <p:nvPr>
            <p:ph type="sldNum" sz="quarter" idx="12"/>
          </p:nvPr>
        </p:nvSpPr>
        <p:spPr/>
        <p:txBody>
          <a:bodyPr/>
          <a:lstStyle/>
          <a:p>
            <a:fld id="{4B73C415-D670-4716-A5EC-CC4D52CA2BAC}" type="slidenum">
              <a:rPr lang="en-US" noProof="0" smtClean="0"/>
              <a:pPr/>
              <a:t>‹#›</a:t>
            </a:fld>
            <a:endParaRPr lang="en-US" noProof="0" dirty="0"/>
          </a:p>
        </p:txBody>
      </p:sp>
      <p:sp>
        <p:nvSpPr>
          <p:cNvPr id="9" name="Footer Placeholder 8">
            <a:extLst>
              <a:ext uri="{FF2B5EF4-FFF2-40B4-BE49-F238E27FC236}">
                <a16:creationId xmlns="" xmlns:a16="http://schemas.microsoft.com/office/drawing/2014/main" id="{AF77174B-114F-48DF-AFBF-1AA3416ACD4A}"/>
              </a:ext>
            </a:extLst>
          </p:cNvPr>
          <p:cNvSpPr>
            <a:spLocks noGrp="1"/>
          </p:cNvSpPr>
          <p:nvPr>
            <p:ph type="ftr" sz="quarter" idx="13"/>
          </p:nvPr>
        </p:nvSpPr>
        <p:spPr/>
        <p:txBody>
          <a:bodyPr/>
          <a:lstStyle/>
          <a:p>
            <a:r>
              <a:rPr lang="en-US" noProof="0" dirty="0"/>
              <a:t>Add a footer</a:t>
            </a:r>
          </a:p>
        </p:txBody>
      </p:sp>
    </p:spTree>
    <p:extLst>
      <p:ext uri="{BB962C8B-B14F-4D97-AF65-F5344CB8AC3E}">
        <p14:creationId xmlns:p14="http://schemas.microsoft.com/office/powerpoint/2010/main" val="14956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7428A921-D1FB-449F-8402-7C032AAABB1C}"/>
              </a:ext>
            </a:extLst>
          </p:cNvPr>
          <p:cNvSpPr/>
          <p:nvPr userDrawn="1"/>
        </p:nvSpPr>
        <p:spPr>
          <a:xfrm>
            <a:off x="5353050" y="3714749"/>
            <a:ext cx="6406950" cy="3143249"/>
          </a:xfrm>
          <a:prstGeom prst="rect">
            <a:avLst/>
          </a:prstGeom>
          <a:gradFill>
            <a:gsLst>
              <a:gs pos="0">
                <a:schemeClr val="tx1">
                  <a:lumMod val="75000"/>
                  <a:lumOff val="25000"/>
                </a:schemeClr>
              </a:gs>
              <a:gs pos="100000">
                <a:schemeClr val="tx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a:xfrm>
            <a:off x="431999" y="3714746"/>
            <a:ext cx="4416225" cy="2364591"/>
          </a:xfrm>
        </p:spPr>
        <p:txBody>
          <a:bodyPr anchor="t"/>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5658103" y="3981451"/>
            <a:ext cx="5749483" cy="1343026"/>
          </a:xfrm>
        </p:spPr>
        <p:txBody>
          <a:bodyPr anchor="b"/>
          <a:lstStyle>
            <a:lvl1pPr>
              <a:defRPr sz="3600">
                <a:solidFill>
                  <a:schemeClr val="bg1"/>
                </a:solidFill>
              </a:defRPr>
            </a:lvl1pPr>
          </a:lstStyle>
          <a:p>
            <a:r>
              <a:rPr lang="en-US" noProof="0" smtClean="0"/>
              <a:t>Click to edit Master title style</a:t>
            </a:r>
            <a:endParaRPr lang="en-US" noProof="0"/>
          </a:p>
        </p:txBody>
      </p:sp>
      <p:sp>
        <p:nvSpPr>
          <p:cNvPr id="5" name="Picture Placeholder 4">
            <a:extLst>
              <a:ext uri="{FF2B5EF4-FFF2-40B4-BE49-F238E27FC236}">
                <a16:creationId xmlns="" xmlns:a16="http://schemas.microsoft.com/office/drawing/2014/main" id="{528B6E3D-9C01-45EA-9E2B-711EC1B84F84}"/>
              </a:ext>
            </a:extLst>
          </p:cNvPr>
          <p:cNvSpPr>
            <a:spLocks noGrp="1"/>
          </p:cNvSpPr>
          <p:nvPr>
            <p:ph type="pic" sz="quarter" idx="12" hasCustomPrompt="1"/>
          </p:nvPr>
        </p:nvSpPr>
        <p:spPr>
          <a:xfrm>
            <a:off x="5353050" y="0"/>
            <a:ext cx="6406950" cy="3714747"/>
          </a:xfr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lvl1pPr marL="0" indent="0" algn="l">
              <a:buFont typeface="Arial" panose="020B0604020202020204" pitchFamily="34" charset="0"/>
              <a:buNone/>
              <a:defRPr lang="en-ZA" sz="1100" i="1">
                <a:solidFill>
                  <a:schemeClr val="lt1"/>
                </a:solidFill>
                <a:latin typeface="Times New Roman" panose="02020603050405020304" pitchFamily="18" charset="0"/>
                <a:cs typeface="Times New Roman" panose="02020603050405020304" pitchFamily="18" charset="0"/>
              </a:defRPr>
            </a:lvl1pPr>
          </a:lstStyle>
          <a:p>
            <a:pPr marL="0" lvl="0" algn="ctr"/>
            <a:r>
              <a:rPr lang="en-US" noProof="0" dirty="0"/>
              <a:t>Insert or Drag &amp; Drop your photo here</a:t>
            </a:r>
          </a:p>
        </p:txBody>
      </p:sp>
      <p:sp>
        <p:nvSpPr>
          <p:cNvPr id="18" name="Footer Placeholder 17">
            <a:extLst>
              <a:ext uri="{FF2B5EF4-FFF2-40B4-BE49-F238E27FC236}">
                <a16:creationId xmlns="" xmlns:a16="http://schemas.microsoft.com/office/drawing/2014/main" id="{1EC63334-B325-4256-8AA0-6F5A11030DEA}"/>
              </a:ext>
            </a:extLst>
          </p:cNvPr>
          <p:cNvSpPr>
            <a:spLocks noGrp="1"/>
          </p:cNvSpPr>
          <p:nvPr>
            <p:ph type="ftr" sz="quarter" idx="13"/>
          </p:nvPr>
        </p:nvSpPr>
        <p:spPr>
          <a:xfrm>
            <a:off x="432000" y="6365363"/>
            <a:ext cx="4416225" cy="412431"/>
          </a:xfrm>
        </p:spPr>
        <p:txBody>
          <a:bodyPr/>
          <a:lstStyle/>
          <a:p>
            <a:r>
              <a:rPr lang="en-US" noProof="0" dirty="0"/>
              <a:t>Add a footer</a:t>
            </a:r>
          </a:p>
        </p:txBody>
      </p:sp>
      <p:sp>
        <p:nvSpPr>
          <p:cNvPr id="20" name="Text Placeholder 19">
            <a:extLst>
              <a:ext uri="{FF2B5EF4-FFF2-40B4-BE49-F238E27FC236}">
                <a16:creationId xmlns="" xmlns:a16="http://schemas.microsoft.com/office/drawing/2014/main" id="{CC8965A7-6363-464F-998B-64E00F4F4956}"/>
              </a:ext>
            </a:extLst>
          </p:cNvPr>
          <p:cNvSpPr>
            <a:spLocks noGrp="1"/>
          </p:cNvSpPr>
          <p:nvPr>
            <p:ph type="body" sz="quarter" idx="14" hasCustomPrompt="1"/>
          </p:nvPr>
        </p:nvSpPr>
        <p:spPr>
          <a:xfrm>
            <a:off x="5658442" y="5657850"/>
            <a:ext cx="5749334" cy="1119943"/>
          </a:xfrm>
        </p:spPr>
        <p:txBody>
          <a:bodyPr/>
          <a:lstStyle>
            <a:lvl1pPr marL="0" indent="0">
              <a:buNone/>
              <a:defRPr sz="1800">
                <a:solidFill>
                  <a:schemeClr val="bg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Subtitle, tagline or blurb can go here</a:t>
            </a:r>
          </a:p>
        </p:txBody>
      </p:sp>
    </p:spTree>
    <p:extLst>
      <p:ext uri="{BB962C8B-B14F-4D97-AF65-F5344CB8AC3E}">
        <p14:creationId xmlns:p14="http://schemas.microsoft.com/office/powerpoint/2010/main" val="3420662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Bullets">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6" name="Text Placeholder 5">
            <a:extLst>
              <a:ext uri="{FF2B5EF4-FFF2-40B4-BE49-F238E27FC236}">
                <a16:creationId xmlns="" xmlns:a16="http://schemas.microsoft.com/office/drawing/2014/main" id="{3509F9E9-0483-4A79-B997-B23DAC1644C1}"/>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49" name="Text Placeholder 8">
            <a:extLst>
              <a:ext uri="{FF2B5EF4-FFF2-40B4-BE49-F238E27FC236}">
                <a16:creationId xmlns="" xmlns:a16="http://schemas.microsoft.com/office/drawing/2014/main" id="{305CEEFA-58BB-4AFA-AD31-BEE38B013E00}"/>
              </a:ext>
            </a:extLst>
          </p:cNvPr>
          <p:cNvSpPr>
            <a:spLocks noGrp="1"/>
          </p:cNvSpPr>
          <p:nvPr>
            <p:ph type="body" sz="quarter" idx="17" hasCustomPrompt="1"/>
          </p:nvPr>
        </p:nvSpPr>
        <p:spPr>
          <a:xfrm>
            <a:off x="431800" y="3971432"/>
            <a:ext cx="198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50" name="Text Placeholder 10">
            <a:extLst>
              <a:ext uri="{FF2B5EF4-FFF2-40B4-BE49-F238E27FC236}">
                <a16:creationId xmlns="" xmlns:a16="http://schemas.microsoft.com/office/drawing/2014/main" id="{BEEE40C3-341F-4063-8D33-B1328863FB30}"/>
              </a:ext>
            </a:extLst>
          </p:cNvPr>
          <p:cNvSpPr>
            <a:spLocks noGrp="1"/>
          </p:cNvSpPr>
          <p:nvPr>
            <p:ph type="body" sz="quarter" idx="18" hasCustomPrompt="1"/>
          </p:nvPr>
        </p:nvSpPr>
        <p:spPr>
          <a:xfrm>
            <a:off x="431800" y="4605832"/>
            <a:ext cx="198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51" name="Text Placeholder 8">
            <a:extLst>
              <a:ext uri="{FF2B5EF4-FFF2-40B4-BE49-F238E27FC236}">
                <a16:creationId xmlns="" xmlns:a16="http://schemas.microsoft.com/office/drawing/2014/main" id="{D09CE291-B951-4300-9D67-154E4BB557EC}"/>
              </a:ext>
            </a:extLst>
          </p:cNvPr>
          <p:cNvSpPr>
            <a:spLocks noGrp="1"/>
          </p:cNvSpPr>
          <p:nvPr>
            <p:ph type="body" sz="quarter" idx="33" hasCustomPrompt="1"/>
          </p:nvPr>
        </p:nvSpPr>
        <p:spPr>
          <a:xfrm>
            <a:off x="2771850" y="3971432"/>
            <a:ext cx="198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52" name="Text Placeholder 10">
            <a:extLst>
              <a:ext uri="{FF2B5EF4-FFF2-40B4-BE49-F238E27FC236}">
                <a16:creationId xmlns="" xmlns:a16="http://schemas.microsoft.com/office/drawing/2014/main" id="{0D3A393C-4D8C-49BC-934D-B57BE1B28405}"/>
              </a:ext>
            </a:extLst>
          </p:cNvPr>
          <p:cNvSpPr>
            <a:spLocks noGrp="1"/>
          </p:cNvSpPr>
          <p:nvPr>
            <p:ph type="body" sz="quarter" idx="34" hasCustomPrompt="1"/>
          </p:nvPr>
        </p:nvSpPr>
        <p:spPr>
          <a:xfrm>
            <a:off x="2771850" y="4605832"/>
            <a:ext cx="198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53" name="Text Placeholder 8">
            <a:extLst>
              <a:ext uri="{FF2B5EF4-FFF2-40B4-BE49-F238E27FC236}">
                <a16:creationId xmlns="" xmlns:a16="http://schemas.microsoft.com/office/drawing/2014/main" id="{08906184-3520-4606-AF8B-59ECFFA6D756}"/>
              </a:ext>
            </a:extLst>
          </p:cNvPr>
          <p:cNvSpPr>
            <a:spLocks noGrp="1"/>
          </p:cNvSpPr>
          <p:nvPr>
            <p:ph type="body" sz="quarter" idx="35" hasCustomPrompt="1"/>
          </p:nvPr>
        </p:nvSpPr>
        <p:spPr>
          <a:xfrm>
            <a:off x="5111900" y="3971432"/>
            <a:ext cx="198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54" name="Text Placeholder 10">
            <a:extLst>
              <a:ext uri="{FF2B5EF4-FFF2-40B4-BE49-F238E27FC236}">
                <a16:creationId xmlns="" xmlns:a16="http://schemas.microsoft.com/office/drawing/2014/main" id="{8A64BEB9-7FB0-4DF9-BFE9-62016E83E890}"/>
              </a:ext>
            </a:extLst>
          </p:cNvPr>
          <p:cNvSpPr>
            <a:spLocks noGrp="1"/>
          </p:cNvSpPr>
          <p:nvPr>
            <p:ph type="body" sz="quarter" idx="36" hasCustomPrompt="1"/>
          </p:nvPr>
        </p:nvSpPr>
        <p:spPr>
          <a:xfrm>
            <a:off x="5111900" y="4605832"/>
            <a:ext cx="198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55" name="Text Placeholder 8">
            <a:extLst>
              <a:ext uri="{FF2B5EF4-FFF2-40B4-BE49-F238E27FC236}">
                <a16:creationId xmlns="" xmlns:a16="http://schemas.microsoft.com/office/drawing/2014/main" id="{4CCC1C98-37FD-4404-8383-72ED535FE578}"/>
              </a:ext>
            </a:extLst>
          </p:cNvPr>
          <p:cNvSpPr>
            <a:spLocks noGrp="1"/>
          </p:cNvSpPr>
          <p:nvPr>
            <p:ph type="body" sz="quarter" idx="37" hasCustomPrompt="1"/>
          </p:nvPr>
        </p:nvSpPr>
        <p:spPr>
          <a:xfrm>
            <a:off x="7451950" y="3971432"/>
            <a:ext cx="198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56" name="Text Placeholder 10">
            <a:extLst>
              <a:ext uri="{FF2B5EF4-FFF2-40B4-BE49-F238E27FC236}">
                <a16:creationId xmlns="" xmlns:a16="http://schemas.microsoft.com/office/drawing/2014/main" id="{B24BD1AE-AB0E-40FA-AEA8-8D687D84B56E}"/>
              </a:ext>
            </a:extLst>
          </p:cNvPr>
          <p:cNvSpPr>
            <a:spLocks noGrp="1"/>
          </p:cNvSpPr>
          <p:nvPr>
            <p:ph type="body" sz="quarter" idx="38" hasCustomPrompt="1"/>
          </p:nvPr>
        </p:nvSpPr>
        <p:spPr>
          <a:xfrm>
            <a:off x="7451950" y="4605832"/>
            <a:ext cx="198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57" name="Text Placeholder 8">
            <a:extLst>
              <a:ext uri="{FF2B5EF4-FFF2-40B4-BE49-F238E27FC236}">
                <a16:creationId xmlns="" xmlns:a16="http://schemas.microsoft.com/office/drawing/2014/main" id="{CA2F0EA7-F3F7-443F-BA0D-4916B618C56B}"/>
              </a:ext>
            </a:extLst>
          </p:cNvPr>
          <p:cNvSpPr>
            <a:spLocks noGrp="1"/>
          </p:cNvSpPr>
          <p:nvPr>
            <p:ph type="body" sz="quarter" idx="39" hasCustomPrompt="1"/>
          </p:nvPr>
        </p:nvSpPr>
        <p:spPr>
          <a:xfrm>
            <a:off x="9792000" y="3971432"/>
            <a:ext cx="198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58" name="Text Placeholder 10">
            <a:extLst>
              <a:ext uri="{FF2B5EF4-FFF2-40B4-BE49-F238E27FC236}">
                <a16:creationId xmlns="" xmlns:a16="http://schemas.microsoft.com/office/drawing/2014/main" id="{2BB6E6C3-1F6A-41B6-8EE0-6FDCBA34413C}"/>
              </a:ext>
            </a:extLst>
          </p:cNvPr>
          <p:cNvSpPr>
            <a:spLocks noGrp="1"/>
          </p:cNvSpPr>
          <p:nvPr>
            <p:ph type="body" sz="quarter" idx="40" hasCustomPrompt="1"/>
          </p:nvPr>
        </p:nvSpPr>
        <p:spPr>
          <a:xfrm>
            <a:off x="9792000" y="4605832"/>
            <a:ext cx="198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6" name="Picture Placeholder 15">
            <a:extLst>
              <a:ext uri="{FF2B5EF4-FFF2-40B4-BE49-F238E27FC236}">
                <a16:creationId xmlns="" xmlns:a16="http://schemas.microsoft.com/office/drawing/2014/main" id="{B2738624-9DAA-4152-9A77-80BBB71AD5F1}"/>
              </a:ext>
            </a:extLst>
          </p:cNvPr>
          <p:cNvSpPr>
            <a:spLocks noGrp="1"/>
          </p:cNvSpPr>
          <p:nvPr>
            <p:ph type="pic" sz="quarter" idx="41"/>
          </p:nvPr>
        </p:nvSpPr>
        <p:spPr>
          <a:xfrm>
            <a:off x="431800" y="1735138"/>
            <a:ext cx="1979613" cy="19812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59" name="Picture Placeholder 15">
            <a:extLst>
              <a:ext uri="{FF2B5EF4-FFF2-40B4-BE49-F238E27FC236}">
                <a16:creationId xmlns="" xmlns:a16="http://schemas.microsoft.com/office/drawing/2014/main" id="{522AE46C-0845-4BB0-9861-06071BCF56F6}"/>
              </a:ext>
            </a:extLst>
          </p:cNvPr>
          <p:cNvSpPr>
            <a:spLocks noGrp="1"/>
          </p:cNvSpPr>
          <p:nvPr>
            <p:ph type="pic" sz="quarter" idx="42"/>
          </p:nvPr>
        </p:nvSpPr>
        <p:spPr>
          <a:xfrm>
            <a:off x="2771850" y="1735138"/>
            <a:ext cx="1979613" cy="19812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0" name="Picture Placeholder 15">
            <a:extLst>
              <a:ext uri="{FF2B5EF4-FFF2-40B4-BE49-F238E27FC236}">
                <a16:creationId xmlns="" xmlns:a16="http://schemas.microsoft.com/office/drawing/2014/main" id="{D791A6AF-478F-443B-A785-F82A8DBA9F30}"/>
              </a:ext>
            </a:extLst>
          </p:cNvPr>
          <p:cNvSpPr>
            <a:spLocks noGrp="1"/>
          </p:cNvSpPr>
          <p:nvPr>
            <p:ph type="pic" sz="quarter" idx="43"/>
          </p:nvPr>
        </p:nvSpPr>
        <p:spPr>
          <a:xfrm>
            <a:off x="5112287" y="1735138"/>
            <a:ext cx="1979613" cy="19812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1" name="Picture Placeholder 15">
            <a:extLst>
              <a:ext uri="{FF2B5EF4-FFF2-40B4-BE49-F238E27FC236}">
                <a16:creationId xmlns="" xmlns:a16="http://schemas.microsoft.com/office/drawing/2014/main" id="{1A65AFE9-2875-44A5-BF13-6E8438892669}"/>
              </a:ext>
            </a:extLst>
          </p:cNvPr>
          <p:cNvSpPr>
            <a:spLocks noGrp="1"/>
          </p:cNvSpPr>
          <p:nvPr>
            <p:ph type="pic" sz="quarter" idx="44"/>
          </p:nvPr>
        </p:nvSpPr>
        <p:spPr>
          <a:xfrm>
            <a:off x="7451950" y="1735138"/>
            <a:ext cx="1979613" cy="19812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2" name="Picture Placeholder 15">
            <a:extLst>
              <a:ext uri="{FF2B5EF4-FFF2-40B4-BE49-F238E27FC236}">
                <a16:creationId xmlns="" xmlns:a16="http://schemas.microsoft.com/office/drawing/2014/main" id="{069B9167-077F-4123-82C5-01EB62AFB3E6}"/>
              </a:ext>
            </a:extLst>
          </p:cNvPr>
          <p:cNvSpPr>
            <a:spLocks noGrp="1"/>
          </p:cNvSpPr>
          <p:nvPr>
            <p:ph type="pic" sz="quarter" idx="45"/>
          </p:nvPr>
        </p:nvSpPr>
        <p:spPr>
          <a:xfrm>
            <a:off x="9780587" y="1735138"/>
            <a:ext cx="1979613" cy="19812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Tree>
    <p:extLst>
      <p:ext uri="{BB962C8B-B14F-4D97-AF65-F5344CB8AC3E}">
        <p14:creationId xmlns:p14="http://schemas.microsoft.com/office/powerpoint/2010/main" val="406483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con Bullets">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5EFA8C4C-FE50-44C1-8434-6C7BB898173F}"/>
              </a:ext>
            </a:extLst>
          </p:cNvPr>
          <p:cNvSpPr/>
          <p:nvPr userDrawn="1"/>
        </p:nvSpPr>
        <p:spPr>
          <a:xfrm>
            <a:off x="432000" y="0"/>
            <a:ext cx="5472000" cy="6858000"/>
          </a:xfrm>
          <a:prstGeom prst="rect">
            <a:avLst/>
          </a:prstGeom>
          <a:gradFill>
            <a:gsLst>
              <a:gs pos="0">
                <a:schemeClr val="tx1">
                  <a:lumMod val="75000"/>
                  <a:lumOff val="25000"/>
                </a:schemeClr>
              </a:gs>
              <a:gs pos="100000">
                <a:schemeClr val="tx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a:xfrm>
            <a:off x="680728" y="5657850"/>
            <a:ext cx="4974545" cy="707513"/>
          </a:xfrm>
        </p:spPr>
        <p:txBody>
          <a:bodyPr/>
          <a:lstStyle>
            <a:lvl1pPr marL="0" indent="0">
              <a:buNone/>
              <a:defRPr sz="1800">
                <a:solidFill>
                  <a:schemeClr val="bg1"/>
                </a:solidFill>
              </a:defRPr>
            </a:lvl1pPr>
          </a:lstStyle>
          <a:p>
            <a:pPr lvl="0"/>
            <a:r>
              <a:rPr lang="en-US" noProof="0"/>
              <a:t>Subtitle, tagline or blurb can go here</a:t>
            </a:r>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a:xfrm>
            <a:off x="432000" y="6365363"/>
            <a:ext cx="5472000" cy="412431"/>
          </a:xfrm>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0" name="Picture Placeholder 4">
            <a:extLst>
              <a:ext uri="{FF2B5EF4-FFF2-40B4-BE49-F238E27FC236}">
                <a16:creationId xmlns="" xmlns:a16="http://schemas.microsoft.com/office/drawing/2014/main" id="{704BE0A1-F26A-4947-971D-055860FFC91D}"/>
              </a:ext>
            </a:extLst>
          </p:cNvPr>
          <p:cNvSpPr>
            <a:spLocks noGrp="1"/>
          </p:cNvSpPr>
          <p:nvPr>
            <p:ph type="pic" sz="quarter" idx="12" hasCustomPrompt="1"/>
          </p:nvPr>
        </p:nvSpPr>
        <p:spPr>
          <a:xfrm>
            <a:off x="432000" y="0"/>
            <a:ext cx="5472000" cy="3714747"/>
          </a:xfr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lvl1pPr marL="0" indent="0" algn="l">
              <a:buFont typeface="Arial" panose="020B0604020202020204" pitchFamily="34" charset="0"/>
              <a:buNone/>
              <a:defRPr lang="en-ZA" sz="1100" i="1">
                <a:solidFill>
                  <a:schemeClr val="lt1"/>
                </a:solidFill>
                <a:latin typeface="Times New Roman" panose="02020603050405020304" pitchFamily="18" charset="0"/>
                <a:cs typeface="Times New Roman" panose="02020603050405020304" pitchFamily="18" charset="0"/>
              </a:defRPr>
            </a:lvl1pPr>
          </a:lstStyle>
          <a:p>
            <a:pPr marL="0" lvl="0" algn="ctr"/>
            <a:r>
              <a:rPr lang="en-US" noProof="0" dirty="0"/>
              <a:t>Insert or Drag &amp; Drop your photo here</a:t>
            </a:r>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680728" y="3981450"/>
            <a:ext cx="4974545" cy="1343025"/>
          </a:xfrm>
        </p:spPr>
        <p:txBody>
          <a:bodyPr vert="horz" lIns="0" tIns="0" rIns="0" bIns="0" rtlCol="0" anchor="b">
            <a:noAutofit/>
          </a:bodyPr>
          <a:lstStyle>
            <a:lvl1pPr>
              <a:defRPr lang="en-ZA" sz="3600" dirty="0">
                <a:solidFill>
                  <a:schemeClr val="bg1"/>
                </a:solidFill>
              </a:defRPr>
            </a:lvl1pPr>
          </a:lstStyle>
          <a:p>
            <a:pPr lvl="0"/>
            <a:r>
              <a:rPr lang="en-US" noProof="0" smtClean="0"/>
              <a:t>Click to edit Master title style</a:t>
            </a:r>
            <a:endParaRPr lang="en-US" noProof="0"/>
          </a:p>
        </p:txBody>
      </p:sp>
      <p:sp>
        <p:nvSpPr>
          <p:cNvPr id="13" name="Text Placeholder 8">
            <a:extLst>
              <a:ext uri="{FF2B5EF4-FFF2-40B4-BE49-F238E27FC236}">
                <a16:creationId xmlns="" xmlns:a16="http://schemas.microsoft.com/office/drawing/2014/main" id="{B51A342D-6638-406F-A54B-59B56F36AD4A}"/>
              </a:ext>
            </a:extLst>
          </p:cNvPr>
          <p:cNvSpPr>
            <a:spLocks noGrp="1"/>
          </p:cNvSpPr>
          <p:nvPr>
            <p:ph type="body" sz="quarter" idx="13" hasCustomPrompt="1"/>
          </p:nvPr>
        </p:nvSpPr>
        <p:spPr>
          <a:xfrm>
            <a:off x="6288002" y="4130531"/>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 xmlns:a16="http://schemas.microsoft.com/office/drawing/2014/main" id="{C32169FB-F8BF-46FF-8BDE-E27C751C1C46}"/>
              </a:ext>
            </a:extLst>
          </p:cNvPr>
          <p:cNvSpPr>
            <a:spLocks noGrp="1"/>
          </p:cNvSpPr>
          <p:nvPr>
            <p:ph type="body" sz="quarter" idx="14" hasCustomPrompt="1"/>
          </p:nvPr>
        </p:nvSpPr>
        <p:spPr>
          <a:xfrm>
            <a:off x="6288002" y="4764931"/>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5" name="Text Placeholder 8">
            <a:extLst>
              <a:ext uri="{FF2B5EF4-FFF2-40B4-BE49-F238E27FC236}">
                <a16:creationId xmlns="" xmlns:a16="http://schemas.microsoft.com/office/drawing/2014/main" id="{051BC42F-45BF-462B-A15F-54639A5DA461}"/>
              </a:ext>
            </a:extLst>
          </p:cNvPr>
          <p:cNvSpPr>
            <a:spLocks noGrp="1"/>
          </p:cNvSpPr>
          <p:nvPr>
            <p:ph type="body" sz="quarter" idx="15" hasCustomPrompt="1"/>
          </p:nvPr>
        </p:nvSpPr>
        <p:spPr>
          <a:xfrm>
            <a:off x="8202527" y="4130531"/>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16" name="Text Placeholder 10">
            <a:extLst>
              <a:ext uri="{FF2B5EF4-FFF2-40B4-BE49-F238E27FC236}">
                <a16:creationId xmlns="" xmlns:a16="http://schemas.microsoft.com/office/drawing/2014/main" id="{08A990CD-AF1D-4FBE-B3FF-4BC5BE2BFD9F}"/>
              </a:ext>
            </a:extLst>
          </p:cNvPr>
          <p:cNvSpPr>
            <a:spLocks noGrp="1"/>
          </p:cNvSpPr>
          <p:nvPr>
            <p:ph type="body" sz="quarter" idx="16" hasCustomPrompt="1"/>
          </p:nvPr>
        </p:nvSpPr>
        <p:spPr>
          <a:xfrm>
            <a:off x="8202527" y="4764931"/>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7" name="Text Placeholder 8">
            <a:extLst>
              <a:ext uri="{FF2B5EF4-FFF2-40B4-BE49-F238E27FC236}">
                <a16:creationId xmlns="" xmlns:a16="http://schemas.microsoft.com/office/drawing/2014/main" id="{C595063C-F901-4E60-A714-6454F42F0D95}"/>
              </a:ext>
            </a:extLst>
          </p:cNvPr>
          <p:cNvSpPr>
            <a:spLocks noGrp="1"/>
          </p:cNvSpPr>
          <p:nvPr>
            <p:ph type="body" sz="quarter" idx="17" hasCustomPrompt="1"/>
          </p:nvPr>
        </p:nvSpPr>
        <p:spPr>
          <a:xfrm>
            <a:off x="10117052" y="4130531"/>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18" name="Text Placeholder 10">
            <a:extLst>
              <a:ext uri="{FF2B5EF4-FFF2-40B4-BE49-F238E27FC236}">
                <a16:creationId xmlns="" xmlns:a16="http://schemas.microsoft.com/office/drawing/2014/main" id="{C7672B0A-0079-40F6-8B93-A5F1DB5882E0}"/>
              </a:ext>
            </a:extLst>
          </p:cNvPr>
          <p:cNvSpPr>
            <a:spLocks noGrp="1"/>
          </p:cNvSpPr>
          <p:nvPr>
            <p:ph type="body" sz="quarter" idx="18" hasCustomPrompt="1"/>
          </p:nvPr>
        </p:nvSpPr>
        <p:spPr>
          <a:xfrm>
            <a:off x="10117052" y="4764931"/>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Tree>
    <p:extLst>
      <p:ext uri="{BB962C8B-B14F-4D97-AF65-F5344CB8AC3E}">
        <p14:creationId xmlns:p14="http://schemas.microsoft.com/office/powerpoint/2010/main" val="5466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Icon Bullets">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5EFA8C4C-FE50-44C1-8434-6C7BB898173F}"/>
              </a:ext>
            </a:extLst>
          </p:cNvPr>
          <p:cNvSpPr/>
          <p:nvPr userDrawn="1"/>
        </p:nvSpPr>
        <p:spPr>
          <a:xfrm>
            <a:off x="432000" y="0"/>
            <a:ext cx="5472000" cy="6858000"/>
          </a:xfrm>
          <a:prstGeom prst="rect">
            <a:avLst/>
          </a:prstGeom>
          <a:gradFill>
            <a:gsLst>
              <a:gs pos="0">
                <a:schemeClr val="tx1">
                  <a:lumMod val="75000"/>
                  <a:lumOff val="25000"/>
                </a:schemeClr>
              </a:gs>
              <a:gs pos="100000">
                <a:schemeClr val="tx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a:xfrm>
            <a:off x="680728" y="5657850"/>
            <a:ext cx="4974545" cy="707513"/>
          </a:xfrm>
        </p:spPr>
        <p:txBody>
          <a:bodyPr/>
          <a:lstStyle>
            <a:lvl1pPr marL="0" indent="0">
              <a:buNone/>
              <a:defRPr sz="1800">
                <a:solidFill>
                  <a:schemeClr val="bg1"/>
                </a:solidFill>
              </a:defRPr>
            </a:lvl1pPr>
          </a:lstStyle>
          <a:p>
            <a:pPr lvl="0"/>
            <a:r>
              <a:rPr lang="en-US" noProof="0"/>
              <a:t>Subtitle, tagline or blurb can go here</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0" name="Picture Placeholder 4">
            <a:extLst>
              <a:ext uri="{FF2B5EF4-FFF2-40B4-BE49-F238E27FC236}">
                <a16:creationId xmlns="" xmlns:a16="http://schemas.microsoft.com/office/drawing/2014/main" id="{704BE0A1-F26A-4947-971D-055860FFC91D}"/>
              </a:ext>
            </a:extLst>
          </p:cNvPr>
          <p:cNvSpPr>
            <a:spLocks noGrp="1"/>
          </p:cNvSpPr>
          <p:nvPr>
            <p:ph type="pic" sz="quarter" idx="12" hasCustomPrompt="1"/>
          </p:nvPr>
        </p:nvSpPr>
        <p:spPr>
          <a:xfrm>
            <a:off x="432000" y="0"/>
            <a:ext cx="5472000" cy="3714747"/>
          </a:xfr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lvl1pPr marL="0" indent="0" algn="l">
              <a:buFont typeface="Arial" panose="020B0604020202020204" pitchFamily="34" charset="0"/>
              <a:buNone/>
              <a:defRPr lang="en-ZA" sz="1100" i="1">
                <a:solidFill>
                  <a:schemeClr val="lt1"/>
                </a:solidFill>
                <a:latin typeface="Times New Roman" panose="02020603050405020304" pitchFamily="18" charset="0"/>
                <a:cs typeface="Times New Roman" panose="02020603050405020304" pitchFamily="18" charset="0"/>
              </a:defRPr>
            </a:lvl1pPr>
          </a:lstStyle>
          <a:p>
            <a:pPr marL="0" lvl="0" algn="ctr"/>
            <a:r>
              <a:rPr lang="en-US" noProof="0" dirty="0"/>
              <a:t>Insert or Drag &amp; Drop your photo here</a:t>
            </a:r>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680728" y="3981450"/>
            <a:ext cx="4974545" cy="1343025"/>
          </a:xfrm>
        </p:spPr>
        <p:txBody>
          <a:bodyPr vert="horz" lIns="0" tIns="0" rIns="0" bIns="0" rtlCol="0" anchor="b">
            <a:noAutofit/>
          </a:bodyPr>
          <a:lstStyle>
            <a:lvl1pPr>
              <a:defRPr lang="en-ZA" sz="3600" dirty="0">
                <a:solidFill>
                  <a:schemeClr val="bg1"/>
                </a:solidFill>
              </a:defRPr>
            </a:lvl1pPr>
          </a:lstStyle>
          <a:p>
            <a:pPr lvl="0"/>
            <a:r>
              <a:rPr lang="en-US" noProof="0" smtClean="0"/>
              <a:t>Click to edit Master title style</a:t>
            </a:r>
            <a:endParaRPr lang="en-US" noProof="0"/>
          </a:p>
        </p:txBody>
      </p:sp>
      <p:sp>
        <p:nvSpPr>
          <p:cNvPr id="13" name="Text Placeholder 8">
            <a:extLst>
              <a:ext uri="{FF2B5EF4-FFF2-40B4-BE49-F238E27FC236}">
                <a16:creationId xmlns="" xmlns:a16="http://schemas.microsoft.com/office/drawing/2014/main" id="{B51A342D-6638-406F-A54B-59B56F36AD4A}"/>
              </a:ext>
            </a:extLst>
          </p:cNvPr>
          <p:cNvSpPr>
            <a:spLocks noGrp="1"/>
          </p:cNvSpPr>
          <p:nvPr>
            <p:ph type="body" sz="quarter" idx="13" hasCustomPrompt="1"/>
          </p:nvPr>
        </p:nvSpPr>
        <p:spPr>
          <a:xfrm>
            <a:off x="7078577" y="5010963"/>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14" name="Text Placeholder 10">
            <a:extLst>
              <a:ext uri="{FF2B5EF4-FFF2-40B4-BE49-F238E27FC236}">
                <a16:creationId xmlns="" xmlns:a16="http://schemas.microsoft.com/office/drawing/2014/main" id="{C32169FB-F8BF-46FF-8BDE-E27C751C1C46}"/>
              </a:ext>
            </a:extLst>
          </p:cNvPr>
          <p:cNvSpPr>
            <a:spLocks noGrp="1"/>
          </p:cNvSpPr>
          <p:nvPr>
            <p:ph type="body" sz="quarter" idx="14" hasCustomPrompt="1"/>
          </p:nvPr>
        </p:nvSpPr>
        <p:spPr>
          <a:xfrm>
            <a:off x="7078577" y="5645363"/>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5" name="Text Placeholder 8">
            <a:extLst>
              <a:ext uri="{FF2B5EF4-FFF2-40B4-BE49-F238E27FC236}">
                <a16:creationId xmlns="" xmlns:a16="http://schemas.microsoft.com/office/drawing/2014/main" id="{051BC42F-45BF-462B-A15F-54639A5DA461}"/>
              </a:ext>
            </a:extLst>
          </p:cNvPr>
          <p:cNvSpPr>
            <a:spLocks noGrp="1"/>
          </p:cNvSpPr>
          <p:nvPr>
            <p:ph type="body" sz="quarter" idx="15" hasCustomPrompt="1"/>
          </p:nvPr>
        </p:nvSpPr>
        <p:spPr>
          <a:xfrm>
            <a:off x="9402677" y="5010963"/>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16" name="Text Placeholder 10">
            <a:extLst>
              <a:ext uri="{FF2B5EF4-FFF2-40B4-BE49-F238E27FC236}">
                <a16:creationId xmlns="" xmlns:a16="http://schemas.microsoft.com/office/drawing/2014/main" id="{08A990CD-AF1D-4FBE-B3FF-4BC5BE2BFD9F}"/>
              </a:ext>
            </a:extLst>
          </p:cNvPr>
          <p:cNvSpPr>
            <a:spLocks noGrp="1"/>
          </p:cNvSpPr>
          <p:nvPr>
            <p:ph type="body" sz="quarter" idx="16" hasCustomPrompt="1"/>
          </p:nvPr>
        </p:nvSpPr>
        <p:spPr>
          <a:xfrm>
            <a:off x="9402677" y="5645363"/>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3" name="Text Placeholder 8">
            <a:extLst>
              <a:ext uri="{FF2B5EF4-FFF2-40B4-BE49-F238E27FC236}">
                <a16:creationId xmlns="" xmlns:a16="http://schemas.microsoft.com/office/drawing/2014/main" id="{B71CBA76-3CE4-4FA7-8940-41ECC9129C5A}"/>
              </a:ext>
            </a:extLst>
          </p:cNvPr>
          <p:cNvSpPr>
            <a:spLocks noGrp="1"/>
          </p:cNvSpPr>
          <p:nvPr>
            <p:ph type="body" sz="quarter" idx="17" hasCustomPrompt="1"/>
          </p:nvPr>
        </p:nvSpPr>
        <p:spPr>
          <a:xfrm>
            <a:off x="7078577" y="2360347"/>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4" name="Text Placeholder 10">
            <a:extLst>
              <a:ext uri="{FF2B5EF4-FFF2-40B4-BE49-F238E27FC236}">
                <a16:creationId xmlns="" xmlns:a16="http://schemas.microsoft.com/office/drawing/2014/main" id="{ADC8FCF6-5E2F-4976-8979-F493766C38E0}"/>
              </a:ext>
            </a:extLst>
          </p:cNvPr>
          <p:cNvSpPr>
            <a:spLocks noGrp="1"/>
          </p:cNvSpPr>
          <p:nvPr>
            <p:ph type="body" sz="quarter" idx="18" hasCustomPrompt="1"/>
          </p:nvPr>
        </p:nvSpPr>
        <p:spPr>
          <a:xfrm>
            <a:off x="7078577" y="2994747"/>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5" name="Text Placeholder 8">
            <a:extLst>
              <a:ext uri="{FF2B5EF4-FFF2-40B4-BE49-F238E27FC236}">
                <a16:creationId xmlns="" xmlns:a16="http://schemas.microsoft.com/office/drawing/2014/main" id="{F111F3D7-9557-4D01-B2FB-38A2FFA1052E}"/>
              </a:ext>
            </a:extLst>
          </p:cNvPr>
          <p:cNvSpPr>
            <a:spLocks noGrp="1"/>
          </p:cNvSpPr>
          <p:nvPr>
            <p:ph type="body" sz="quarter" idx="19" hasCustomPrompt="1"/>
          </p:nvPr>
        </p:nvSpPr>
        <p:spPr>
          <a:xfrm>
            <a:off x="9402677" y="2360347"/>
            <a:ext cx="180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26" name="Text Placeholder 10">
            <a:extLst>
              <a:ext uri="{FF2B5EF4-FFF2-40B4-BE49-F238E27FC236}">
                <a16:creationId xmlns="" xmlns:a16="http://schemas.microsoft.com/office/drawing/2014/main" id="{FE89EBCC-101B-4979-93C1-08579B031993}"/>
              </a:ext>
            </a:extLst>
          </p:cNvPr>
          <p:cNvSpPr>
            <a:spLocks noGrp="1"/>
          </p:cNvSpPr>
          <p:nvPr>
            <p:ph type="body" sz="quarter" idx="20" hasCustomPrompt="1"/>
          </p:nvPr>
        </p:nvSpPr>
        <p:spPr>
          <a:xfrm>
            <a:off x="9402677" y="2994747"/>
            <a:ext cx="180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Tree>
    <p:extLst>
      <p:ext uri="{BB962C8B-B14F-4D97-AF65-F5344CB8AC3E}">
        <p14:creationId xmlns:p14="http://schemas.microsoft.com/office/powerpoint/2010/main" val="3040843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gital Product">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 xmlns:a16="http://schemas.microsoft.com/office/drawing/2014/main" id="{5CE857ED-B36A-4B8A-81C4-94389617E240}"/>
              </a:ext>
            </a:extLst>
          </p:cNvPr>
          <p:cNvPicPr>
            <a:picLocks noChangeAspect="1"/>
          </p:cNvPicPr>
          <p:nvPr userDrawn="1"/>
        </p:nvPicPr>
        <p:blipFill>
          <a:blip r:embed="rId3"/>
          <a:stretch>
            <a:fillRect/>
          </a:stretch>
        </p:blipFill>
        <p:spPr>
          <a:xfrm>
            <a:off x="663465" y="1007667"/>
            <a:ext cx="11528535" cy="5645385"/>
          </a:xfrm>
          <a:prstGeom prst="rect">
            <a:avLst/>
          </a:prstGeom>
        </p:spPr>
      </p:pic>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a:xfrm>
            <a:off x="432000" y="3613424"/>
            <a:ext cx="3974900" cy="2465913"/>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9" name="Text Placeholder 8">
            <a:extLst>
              <a:ext uri="{FF2B5EF4-FFF2-40B4-BE49-F238E27FC236}">
                <a16:creationId xmlns="" xmlns:a16="http://schemas.microsoft.com/office/drawing/2014/main" id="{177496E8-E637-4081-A0D0-AB167EE45909}"/>
              </a:ext>
            </a:extLst>
          </p:cNvPr>
          <p:cNvSpPr>
            <a:spLocks noGrp="1"/>
          </p:cNvSpPr>
          <p:nvPr>
            <p:ph type="body" sz="quarter" idx="12" hasCustomPrompt="1"/>
          </p:nvPr>
        </p:nvSpPr>
        <p:spPr>
          <a:xfrm>
            <a:off x="431800" y="1582738"/>
            <a:ext cx="3975100" cy="1744662"/>
          </a:xfrm>
        </p:spPr>
        <p:txBody>
          <a:bodyPr anchor="b"/>
          <a:lstStyle>
            <a:lvl1pPr marL="0" indent="0">
              <a:buNone/>
              <a:defRPr sz="3200">
                <a:solidFill>
                  <a:schemeClr val="tx1">
                    <a:lumMod val="75000"/>
                    <a:lumOff val="25000"/>
                  </a:schemeClr>
                </a:solidFill>
              </a:defRPr>
            </a:lvl1pPr>
          </a:lstStyle>
          <a:p>
            <a:pPr lvl="0"/>
            <a:r>
              <a:rPr lang="en-US" noProof="0"/>
              <a:t>Emphasized Text</a:t>
            </a:r>
          </a:p>
        </p:txBody>
      </p:sp>
      <p:sp>
        <p:nvSpPr>
          <p:cNvPr id="11" name="Picture Placeholder 10">
            <a:extLst>
              <a:ext uri="{FF2B5EF4-FFF2-40B4-BE49-F238E27FC236}">
                <a16:creationId xmlns="" xmlns:a16="http://schemas.microsoft.com/office/drawing/2014/main" id="{DE221C2C-B20F-4F90-A44F-08EE879BA9C9}"/>
              </a:ext>
            </a:extLst>
          </p:cNvPr>
          <p:cNvSpPr>
            <a:spLocks noGrp="1"/>
          </p:cNvSpPr>
          <p:nvPr>
            <p:ph type="pic" sz="quarter" idx="13" hasCustomPrompt="1"/>
          </p:nvPr>
        </p:nvSpPr>
        <p:spPr>
          <a:xfrm>
            <a:off x="5217319" y="1450975"/>
            <a:ext cx="6974680" cy="3935414"/>
          </a:xfrm>
          <a:solidFill>
            <a:schemeClr val="bg1">
              <a:lumMod val="95000"/>
              <a:alpha val="70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your Screen Design here</a:t>
            </a:r>
          </a:p>
        </p:txBody>
      </p:sp>
    </p:spTree>
    <p:extLst>
      <p:ext uri="{BB962C8B-B14F-4D97-AF65-F5344CB8AC3E}">
        <p14:creationId xmlns:p14="http://schemas.microsoft.com/office/powerpoint/2010/main" val="7745007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E51FED-0A73-4769-96A2-4C362E5D9DE0}"/>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E455B16D-31A1-4D28-ADC4-0BDEF4E07DFF}"/>
              </a:ext>
            </a:extLst>
          </p:cNvPr>
          <p:cNvSpPr>
            <a:spLocks noGrp="1"/>
          </p:cNvSpPr>
          <p:nvPr>
            <p:ph sz="half" idx="1" hasCustomPrompt="1"/>
          </p:nvPr>
        </p:nvSpPr>
        <p:spPr>
          <a:xfrm>
            <a:off x="432000" y="1008000"/>
            <a:ext cx="11340000"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Single line of text</a:t>
            </a:r>
          </a:p>
        </p:txBody>
      </p:sp>
      <p:sp>
        <p:nvSpPr>
          <p:cNvPr id="4" name="Content Placeholder 3">
            <a:extLst>
              <a:ext uri="{FF2B5EF4-FFF2-40B4-BE49-F238E27FC236}">
                <a16:creationId xmlns="" xmlns:a16="http://schemas.microsoft.com/office/drawing/2014/main" id="{AC4D4C6E-0D63-44CE-B0B4-BAA8F101EAFF}"/>
              </a:ext>
            </a:extLst>
          </p:cNvPr>
          <p:cNvSpPr>
            <a:spLocks noGrp="1"/>
          </p:cNvSpPr>
          <p:nvPr>
            <p:ph sz="half" idx="2" hasCustomPrompt="1"/>
          </p:nvPr>
        </p:nvSpPr>
        <p:spPr>
          <a:xfrm>
            <a:off x="2231749" y="4637931"/>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8" name="Footer Placeholder 7">
            <a:extLst>
              <a:ext uri="{FF2B5EF4-FFF2-40B4-BE49-F238E27FC236}">
                <a16:creationId xmlns="" xmlns:a16="http://schemas.microsoft.com/office/drawing/2014/main" id="{43C0B96F-9D35-4001-9F9C-1A7004D61F3D}"/>
              </a:ext>
            </a:extLst>
          </p:cNvPr>
          <p:cNvSpPr>
            <a:spLocks noGrp="1"/>
          </p:cNvSpPr>
          <p:nvPr>
            <p:ph type="ftr" sz="quarter" idx="10"/>
          </p:nvPr>
        </p:nvSpPr>
        <p:spPr/>
        <p:txBody>
          <a:bodyPr/>
          <a:lstStyle/>
          <a:p>
            <a:r>
              <a:rPr lang="en-US" noProof="0" dirty="0"/>
              <a:t>Add a footer</a:t>
            </a:r>
          </a:p>
        </p:txBody>
      </p:sp>
      <p:sp>
        <p:nvSpPr>
          <p:cNvPr id="9" name="Slide Number Placeholder 8">
            <a:extLst>
              <a:ext uri="{FF2B5EF4-FFF2-40B4-BE49-F238E27FC236}">
                <a16:creationId xmlns="" xmlns:a16="http://schemas.microsoft.com/office/drawing/2014/main" id="{A1C915CA-DB91-4B68-8DB8-2745ADA58582}"/>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6" name="Text Placeholder 5">
            <a:extLst>
              <a:ext uri="{FF2B5EF4-FFF2-40B4-BE49-F238E27FC236}">
                <a16:creationId xmlns="" xmlns:a16="http://schemas.microsoft.com/office/drawing/2014/main" id="{0BF46361-E4F6-47BA-9660-22CF6C0669CB}"/>
              </a:ext>
            </a:extLst>
          </p:cNvPr>
          <p:cNvSpPr>
            <a:spLocks noGrp="1"/>
          </p:cNvSpPr>
          <p:nvPr>
            <p:ph type="body" sz="quarter" idx="12" hasCustomPrompt="1"/>
          </p:nvPr>
        </p:nvSpPr>
        <p:spPr>
          <a:xfrm>
            <a:off x="5111498" y="4637931"/>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10" name="Text Placeholder 9">
            <a:extLst>
              <a:ext uri="{FF2B5EF4-FFF2-40B4-BE49-F238E27FC236}">
                <a16:creationId xmlns="" xmlns:a16="http://schemas.microsoft.com/office/drawing/2014/main" id="{2BB15A8A-91AC-4F5D-A727-1D120F5D43D5}"/>
              </a:ext>
            </a:extLst>
          </p:cNvPr>
          <p:cNvSpPr>
            <a:spLocks noGrp="1"/>
          </p:cNvSpPr>
          <p:nvPr>
            <p:ph type="body" sz="quarter" idx="13" hasCustomPrompt="1"/>
          </p:nvPr>
        </p:nvSpPr>
        <p:spPr>
          <a:xfrm>
            <a:off x="7991247" y="4637931"/>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12" name="Text Placeholder 11">
            <a:extLst>
              <a:ext uri="{FF2B5EF4-FFF2-40B4-BE49-F238E27FC236}">
                <a16:creationId xmlns="" xmlns:a16="http://schemas.microsoft.com/office/drawing/2014/main" id="{1A87D1D6-A833-418D-948C-DDF79372310E}"/>
              </a:ext>
            </a:extLst>
          </p:cNvPr>
          <p:cNvSpPr>
            <a:spLocks noGrp="1"/>
          </p:cNvSpPr>
          <p:nvPr>
            <p:ph type="body" sz="quarter" idx="14" hasCustomPrompt="1"/>
          </p:nvPr>
        </p:nvSpPr>
        <p:spPr>
          <a:xfrm>
            <a:off x="2231749" y="4003531"/>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Section 1</a:t>
            </a:r>
          </a:p>
        </p:txBody>
      </p:sp>
      <p:sp>
        <p:nvSpPr>
          <p:cNvPr id="14" name="Text Placeholder 13">
            <a:extLst>
              <a:ext uri="{FF2B5EF4-FFF2-40B4-BE49-F238E27FC236}">
                <a16:creationId xmlns="" xmlns:a16="http://schemas.microsoft.com/office/drawing/2014/main" id="{729FC9F6-9736-4DA2-A807-7430389A47FC}"/>
              </a:ext>
            </a:extLst>
          </p:cNvPr>
          <p:cNvSpPr>
            <a:spLocks noGrp="1"/>
          </p:cNvSpPr>
          <p:nvPr>
            <p:ph type="body" sz="quarter" idx="15" hasCustomPrompt="1"/>
          </p:nvPr>
        </p:nvSpPr>
        <p:spPr>
          <a:xfrm>
            <a:off x="5111498" y="4003531"/>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Section 2</a:t>
            </a:r>
          </a:p>
        </p:txBody>
      </p:sp>
      <p:sp>
        <p:nvSpPr>
          <p:cNvPr id="16" name="Text Placeholder 15">
            <a:extLst>
              <a:ext uri="{FF2B5EF4-FFF2-40B4-BE49-F238E27FC236}">
                <a16:creationId xmlns="" xmlns:a16="http://schemas.microsoft.com/office/drawing/2014/main" id="{8FD41719-B17D-4C65-8905-CFB25698E450}"/>
              </a:ext>
            </a:extLst>
          </p:cNvPr>
          <p:cNvSpPr>
            <a:spLocks noGrp="1"/>
          </p:cNvSpPr>
          <p:nvPr>
            <p:ph type="body" sz="quarter" idx="16" hasCustomPrompt="1"/>
          </p:nvPr>
        </p:nvSpPr>
        <p:spPr>
          <a:xfrm>
            <a:off x="7991247" y="4003531"/>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Section 3</a:t>
            </a:r>
          </a:p>
        </p:txBody>
      </p:sp>
    </p:spTree>
    <p:extLst>
      <p:ext uri="{BB962C8B-B14F-4D97-AF65-F5344CB8AC3E}">
        <p14:creationId xmlns:p14="http://schemas.microsoft.com/office/powerpoint/2010/main" val="230680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14" name="Content Placeholder 2">
            <a:extLst>
              <a:ext uri="{FF2B5EF4-FFF2-40B4-BE49-F238E27FC236}">
                <a16:creationId xmlns="" xmlns:a16="http://schemas.microsoft.com/office/drawing/2014/main" id="{C4908609-0EC4-4718-AC46-A50BB2DA333E}"/>
              </a:ext>
            </a:extLst>
          </p:cNvPr>
          <p:cNvSpPr>
            <a:spLocks noGrp="1"/>
          </p:cNvSpPr>
          <p:nvPr>
            <p:ph sz="half" idx="29" hasCustomPrompt="1"/>
          </p:nvPr>
        </p:nvSpPr>
        <p:spPr>
          <a:xfrm>
            <a:off x="1790100" y="2701131"/>
            <a:ext cx="4113900" cy="28281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a:extLst>
              <a:ext uri="{FF2B5EF4-FFF2-40B4-BE49-F238E27FC236}">
                <a16:creationId xmlns="" xmlns:a16="http://schemas.microsoft.com/office/drawing/2014/main" id="{C61EBC7C-80CF-489F-86B3-5894908189E4}"/>
              </a:ext>
            </a:extLst>
          </p:cNvPr>
          <p:cNvSpPr>
            <a:spLocks noGrp="1"/>
          </p:cNvSpPr>
          <p:nvPr>
            <p:ph sz="half" idx="2" hasCustomPrompt="1"/>
          </p:nvPr>
        </p:nvSpPr>
        <p:spPr>
          <a:xfrm>
            <a:off x="7658100" y="2701131"/>
            <a:ext cx="4113900" cy="28281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1" name="Text Placeholder 3">
            <a:extLst>
              <a:ext uri="{FF2B5EF4-FFF2-40B4-BE49-F238E27FC236}">
                <a16:creationId xmlns="" xmlns:a16="http://schemas.microsoft.com/office/drawing/2014/main" id="{CF5069B8-93E6-456E-B02B-1FD5F3B8D72A}"/>
              </a:ext>
            </a:extLst>
          </p:cNvPr>
          <p:cNvSpPr>
            <a:spLocks noGrp="1"/>
          </p:cNvSpPr>
          <p:nvPr>
            <p:ph type="body" sz="quarter" idx="27" hasCustomPrompt="1"/>
          </p:nvPr>
        </p:nvSpPr>
        <p:spPr>
          <a:xfrm>
            <a:off x="1793079" y="1728000"/>
            <a:ext cx="4122920" cy="735800"/>
          </a:xfrm>
          <a:noFill/>
        </p:spPr>
        <p:txBody>
          <a:bodyPr anchor="t"/>
          <a:lstStyle>
            <a:lvl1pPr marL="0" indent="0" algn="l">
              <a:buNone/>
              <a:defRPr sz="5400">
                <a:solidFill>
                  <a:schemeClr val="accent1"/>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5" name="Text Placeholder 4">
            <a:extLst>
              <a:ext uri="{FF2B5EF4-FFF2-40B4-BE49-F238E27FC236}">
                <a16:creationId xmlns="" xmlns:a16="http://schemas.microsoft.com/office/drawing/2014/main" id="{867F0EAC-0FF4-447C-8EE4-2B107165DF3F}"/>
              </a:ext>
            </a:extLst>
          </p:cNvPr>
          <p:cNvSpPr>
            <a:spLocks noGrp="1"/>
          </p:cNvSpPr>
          <p:nvPr>
            <p:ph type="body" sz="quarter" idx="30" hasCustomPrompt="1"/>
          </p:nvPr>
        </p:nvSpPr>
        <p:spPr>
          <a:xfrm>
            <a:off x="7655762" y="1722438"/>
            <a:ext cx="4104437" cy="735749"/>
          </a:xfrm>
        </p:spPr>
        <p:txBody>
          <a:bodyPr anchor="t"/>
          <a:lstStyle>
            <a:lvl1pPr marL="0" indent="0">
              <a:buNone/>
              <a:defRPr sz="5400">
                <a:solidFill>
                  <a:schemeClr val="accent4"/>
                </a:solidFill>
                <a:latin typeface="+mj-lt"/>
              </a:defRPr>
            </a:lvl1pPr>
          </a:lstStyle>
          <a:p>
            <a:pPr lvl="0"/>
            <a:r>
              <a:rPr lang="en-US" noProof="0"/>
              <a:t>2</a:t>
            </a:r>
          </a:p>
        </p:txBody>
      </p:sp>
      <p:sp>
        <p:nvSpPr>
          <p:cNvPr id="16" name="Text Placeholder 5">
            <a:extLst>
              <a:ext uri="{FF2B5EF4-FFF2-40B4-BE49-F238E27FC236}">
                <a16:creationId xmlns="" xmlns:a16="http://schemas.microsoft.com/office/drawing/2014/main" id="{DED90C13-8D49-4652-B68A-A0B5084BB4D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4175959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11" name="Text Placeholder 3">
            <a:extLst>
              <a:ext uri="{FF2B5EF4-FFF2-40B4-BE49-F238E27FC236}">
                <a16:creationId xmlns="" xmlns:a16="http://schemas.microsoft.com/office/drawing/2014/main" id="{CF5069B8-93E6-456E-B02B-1FD5F3B8D72A}"/>
              </a:ext>
            </a:extLst>
          </p:cNvPr>
          <p:cNvSpPr>
            <a:spLocks noGrp="1"/>
          </p:cNvSpPr>
          <p:nvPr>
            <p:ph type="body" sz="quarter" idx="27" hasCustomPrompt="1"/>
          </p:nvPr>
        </p:nvSpPr>
        <p:spPr>
          <a:xfrm>
            <a:off x="890706" y="1593150"/>
            <a:ext cx="4348065" cy="4348065"/>
          </a:xfrm>
          <a:prstGeom prst="ellipse">
            <a:avLst/>
          </a:prstGeom>
          <a:solidFill>
            <a:schemeClr val="tx1">
              <a:alpha val="10000"/>
            </a:schemeClr>
          </a:solidFill>
        </p:spPr>
        <p:txBody>
          <a:bodyPr anchor="ctr"/>
          <a:lstStyle>
            <a:lvl1pPr marL="0" indent="0" algn="ctr">
              <a:buNone/>
              <a:defRPr sz="1800">
                <a:solidFill>
                  <a:schemeClr val="tx1">
                    <a:lumMod val="75000"/>
                    <a:lumOff val="25000"/>
                  </a:schemeClr>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2" name="Text Placeholder 9">
            <a:extLst>
              <a:ext uri="{FF2B5EF4-FFF2-40B4-BE49-F238E27FC236}">
                <a16:creationId xmlns="" xmlns:a16="http://schemas.microsoft.com/office/drawing/2014/main" id="{C15F42E2-EE95-4479-80E9-94A75E9D6E98}"/>
              </a:ext>
            </a:extLst>
          </p:cNvPr>
          <p:cNvSpPr>
            <a:spLocks noGrp="1"/>
          </p:cNvSpPr>
          <p:nvPr>
            <p:ph type="body" sz="quarter" idx="28" hasCustomPrompt="1"/>
          </p:nvPr>
        </p:nvSpPr>
        <p:spPr>
          <a:xfrm>
            <a:off x="4739330" y="1767887"/>
            <a:ext cx="3998591" cy="3998591"/>
          </a:xfrm>
          <a:prstGeom prst="ellipse">
            <a:avLst/>
          </a:prstGeom>
          <a:solidFill>
            <a:schemeClr val="tx1">
              <a:alpha val="10000"/>
            </a:schemeClr>
          </a:solidFill>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9" name="Text Placeholder 9">
            <a:extLst>
              <a:ext uri="{FF2B5EF4-FFF2-40B4-BE49-F238E27FC236}">
                <a16:creationId xmlns="" xmlns:a16="http://schemas.microsoft.com/office/drawing/2014/main" id="{4059823C-F505-4D2A-854E-5144BD58A767}"/>
              </a:ext>
            </a:extLst>
          </p:cNvPr>
          <p:cNvSpPr>
            <a:spLocks noGrp="1"/>
          </p:cNvSpPr>
          <p:nvPr>
            <p:ph type="body" sz="quarter" idx="29" hasCustomPrompt="1"/>
          </p:nvPr>
        </p:nvSpPr>
        <p:spPr>
          <a:xfrm>
            <a:off x="8238481" y="2207063"/>
            <a:ext cx="3120238" cy="3120238"/>
          </a:xfrm>
          <a:prstGeom prst="ellipse">
            <a:avLst/>
          </a:prstGeom>
          <a:solidFill>
            <a:schemeClr val="tx1">
              <a:alpha val="10000"/>
            </a:schemeClr>
          </a:solidFill>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0" name="Text Placeholder 3">
            <a:extLst>
              <a:ext uri="{FF2B5EF4-FFF2-40B4-BE49-F238E27FC236}">
                <a16:creationId xmlns="" xmlns:a16="http://schemas.microsoft.com/office/drawing/2014/main" id="{B30FA196-A035-4908-BA51-B769293255A9}"/>
              </a:ext>
            </a:extLst>
          </p:cNvPr>
          <p:cNvSpPr>
            <a:spLocks noGrp="1"/>
          </p:cNvSpPr>
          <p:nvPr>
            <p:ph type="body" sz="quarter" idx="30" hasCustomPrompt="1"/>
          </p:nvPr>
        </p:nvSpPr>
        <p:spPr>
          <a:xfrm>
            <a:off x="1658929" y="2205688"/>
            <a:ext cx="2811618" cy="1440000"/>
          </a:xfrm>
          <a:prstGeom prst="rect">
            <a:avLst/>
          </a:prstGeom>
          <a:noFill/>
        </p:spPr>
        <p:txBody>
          <a:bodyPr anchor="b"/>
          <a:lstStyle>
            <a:lvl1pPr marL="0" indent="0" algn="ctr">
              <a:spcBef>
                <a:spcPts val="0"/>
              </a:spcBef>
              <a:spcAft>
                <a:spcPts val="0"/>
              </a:spcAft>
              <a:buNone/>
              <a:defRPr sz="6600">
                <a:solidFill>
                  <a:schemeClr val="tx1">
                    <a:lumMod val="75000"/>
                    <a:lumOff val="25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Text Placeholder 9">
            <a:extLst>
              <a:ext uri="{FF2B5EF4-FFF2-40B4-BE49-F238E27FC236}">
                <a16:creationId xmlns="" xmlns:a16="http://schemas.microsoft.com/office/drawing/2014/main" id="{38F1EEC3-A74E-4124-95F3-D8A27EA3DDFC}"/>
              </a:ext>
            </a:extLst>
          </p:cNvPr>
          <p:cNvSpPr>
            <a:spLocks noGrp="1"/>
          </p:cNvSpPr>
          <p:nvPr>
            <p:ph type="body" sz="quarter" idx="31" hasCustomPrompt="1"/>
          </p:nvPr>
        </p:nvSpPr>
        <p:spPr>
          <a:xfrm>
            <a:off x="5332816"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dirty="0">
                <a:solidFill>
                  <a:schemeClr val="tx1">
                    <a:lumMod val="75000"/>
                    <a:lumOff val="25000"/>
                  </a:schemeClr>
                </a:solidFill>
                <a:latin typeface="+mj-lt"/>
              </a:defRPr>
            </a:lvl1pPr>
          </a:lstStyle>
          <a:p>
            <a:pPr marL="266700" lvl="0" indent="-266700" algn="ctr"/>
            <a:r>
              <a:rPr lang="en-US" noProof="0"/>
              <a:t>2</a:t>
            </a:r>
          </a:p>
        </p:txBody>
      </p:sp>
      <p:sp>
        <p:nvSpPr>
          <p:cNvPr id="14" name="Text Placeholder 9">
            <a:extLst>
              <a:ext uri="{FF2B5EF4-FFF2-40B4-BE49-F238E27FC236}">
                <a16:creationId xmlns="" xmlns:a16="http://schemas.microsoft.com/office/drawing/2014/main" id="{744F95B1-3E5D-46C4-846F-01E3035D1A72}"/>
              </a:ext>
            </a:extLst>
          </p:cNvPr>
          <p:cNvSpPr>
            <a:spLocks noGrp="1"/>
          </p:cNvSpPr>
          <p:nvPr>
            <p:ph type="body" sz="quarter" idx="32" hasCustomPrompt="1"/>
          </p:nvPr>
        </p:nvSpPr>
        <p:spPr>
          <a:xfrm>
            <a:off x="8547101"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dirty="0">
                <a:solidFill>
                  <a:schemeClr val="tx1">
                    <a:lumMod val="75000"/>
                    <a:lumOff val="25000"/>
                  </a:schemeClr>
                </a:solidFill>
                <a:latin typeface="+mj-lt"/>
              </a:defRPr>
            </a:lvl1pPr>
          </a:lstStyle>
          <a:p>
            <a:pPr marL="266700" lvl="0" indent="-266700" algn="ctr"/>
            <a:r>
              <a:rPr lang="en-US" noProof="0"/>
              <a:t>3</a:t>
            </a:r>
          </a:p>
        </p:txBody>
      </p:sp>
      <p:sp>
        <p:nvSpPr>
          <p:cNvPr id="16" name="Content Placeholder 3">
            <a:extLst>
              <a:ext uri="{FF2B5EF4-FFF2-40B4-BE49-F238E27FC236}">
                <a16:creationId xmlns="" xmlns:a16="http://schemas.microsoft.com/office/drawing/2014/main" id="{39CDA933-12B5-44CD-BD16-C9589DE755EE}"/>
              </a:ext>
            </a:extLst>
          </p:cNvPr>
          <p:cNvSpPr>
            <a:spLocks noGrp="1"/>
          </p:cNvSpPr>
          <p:nvPr>
            <p:ph sz="half" idx="2" hasCustomPrompt="1"/>
          </p:nvPr>
        </p:nvSpPr>
        <p:spPr>
          <a:xfrm>
            <a:off x="2074738"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17" name="Text Placeholder 5">
            <a:extLst>
              <a:ext uri="{FF2B5EF4-FFF2-40B4-BE49-F238E27FC236}">
                <a16:creationId xmlns="" xmlns:a16="http://schemas.microsoft.com/office/drawing/2014/main" id="{9751FCE0-5FA8-4E25-A4E7-8B2901F69491}"/>
              </a:ext>
            </a:extLst>
          </p:cNvPr>
          <p:cNvSpPr>
            <a:spLocks noGrp="1"/>
          </p:cNvSpPr>
          <p:nvPr>
            <p:ph type="body" sz="quarter" idx="12" hasCustomPrompt="1"/>
          </p:nvPr>
        </p:nvSpPr>
        <p:spPr>
          <a:xfrm>
            <a:off x="5748625"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18" name="Text Placeholder 9">
            <a:extLst>
              <a:ext uri="{FF2B5EF4-FFF2-40B4-BE49-F238E27FC236}">
                <a16:creationId xmlns="" xmlns:a16="http://schemas.microsoft.com/office/drawing/2014/main" id="{0D97BC04-5B6C-4CFD-8184-7637C9A8F8E4}"/>
              </a:ext>
            </a:extLst>
          </p:cNvPr>
          <p:cNvSpPr>
            <a:spLocks noGrp="1"/>
          </p:cNvSpPr>
          <p:nvPr>
            <p:ph type="body" sz="quarter" idx="13" hasCustomPrompt="1"/>
          </p:nvPr>
        </p:nvSpPr>
        <p:spPr>
          <a:xfrm>
            <a:off x="8808600"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22" name="Text Placeholder 5">
            <a:extLst>
              <a:ext uri="{FF2B5EF4-FFF2-40B4-BE49-F238E27FC236}">
                <a16:creationId xmlns="" xmlns:a16="http://schemas.microsoft.com/office/drawing/2014/main" id="{E7A8CB18-EF35-4644-9DDB-02D8B65EA55E}"/>
              </a:ext>
            </a:extLst>
          </p:cNvPr>
          <p:cNvSpPr>
            <a:spLocks noGrp="1"/>
          </p:cNvSpPr>
          <p:nvPr>
            <p:ph type="body" sz="quarter" idx="33"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3897170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cxnSp>
        <p:nvCxnSpPr>
          <p:cNvPr id="4" name="Straight Connector 3">
            <a:extLst>
              <a:ext uri="{FF2B5EF4-FFF2-40B4-BE49-F238E27FC236}">
                <a16:creationId xmlns="" xmlns:a16="http://schemas.microsoft.com/office/drawing/2014/main" id="{2436FA5D-088F-4BDE-ABD2-A640A8610900}"/>
              </a:ext>
            </a:extLst>
          </p:cNvPr>
          <p:cNvCxnSpPr/>
          <p:nvPr userDrawn="1"/>
        </p:nvCxnSpPr>
        <p:spPr>
          <a:xfrm>
            <a:off x="6096000" y="1319756"/>
            <a:ext cx="0" cy="461010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7EF5211B-014A-4E6E-98C7-FDAF7855316F}"/>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6" name="Footer Placeholder 5">
            <a:extLst>
              <a:ext uri="{FF2B5EF4-FFF2-40B4-BE49-F238E27FC236}">
                <a16:creationId xmlns="" xmlns:a16="http://schemas.microsoft.com/office/drawing/2014/main" id="{5356FC21-A32D-44DC-BED7-08CEBB3B9090}"/>
              </a:ext>
            </a:extLst>
          </p:cNvPr>
          <p:cNvSpPr>
            <a:spLocks noGrp="1"/>
          </p:cNvSpPr>
          <p:nvPr>
            <p:ph type="ftr" sz="quarter" idx="10"/>
          </p:nvPr>
        </p:nvSpPr>
        <p:spPr/>
        <p:txBody>
          <a:bodyPr/>
          <a:lstStyle/>
          <a:p>
            <a:r>
              <a:rPr lang="en-US" noProof="0" dirty="0"/>
              <a:t>Add a footer</a:t>
            </a:r>
          </a:p>
        </p:txBody>
      </p:sp>
      <p:sp>
        <p:nvSpPr>
          <p:cNvPr id="7" name="Slide Number Placeholder 6">
            <a:extLst>
              <a:ext uri="{FF2B5EF4-FFF2-40B4-BE49-F238E27FC236}">
                <a16:creationId xmlns="" xmlns:a16="http://schemas.microsoft.com/office/drawing/2014/main" id="{FC0C6D2B-0FF5-4A5F-A062-480FFA6DA09A}"/>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cxnSp>
        <p:nvCxnSpPr>
          <p:cNvPr id="8" name="Straight Connector 7">
            <a:extLst>
              <a:ext uri="{FF2B5EF4-FFF2-40B4-BE49-F238E27FC236}">
                <a16:creationId xmlns="" xmlns:a16="http://schemas.microsoft.com/office/drawing/2014/main" id="{0C2BCB80-6997-4274-AAFE-65C2CCFFFD10}"/>
              </a:ext>
            </a:extLst>
          </p:cNvPr>
          <p:cNvCxnSpPr>
            <a:cxnSpLocks/>
          </p:cNvCxnSpPr>
          <p:nvPr userDrawn="1"/>
        </p:nvCxnSpPr>
        <p:spPr>
          <a:xfrm flipH="1">
            <a:off x="432000" y="3624806"/>
            <a:ext cx="11340000"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 xmlns:a16="http://schemas.microsoft.com/office/drawing/2014/main" id="{9A1FC84B-8A06-4879-86ED-47E43AAC9888}"/>
              </a:ext>
            </a:extLst>
          </p:cNvPr>
          <p:cNvSpPr>
            <a:spLocks noGrp="1"/>
          </p:cNvSpPr>
          <p:nvPr>
            <p:ph type="body" sz="quarter" idx="12" hasCustomPrompt="1"/>
          </p:nvPr>
        </p:nvSpPr>
        <p:spPr>
          <a:xfrm>
            <a:off x="5112000" y="951013"/>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 xmlns:a16="http://schemas.microsoft.com/office/drawing/2014/main" id="{4B975678-3DFA-4D26-9CF6-01294F7259E4}"/>
              </a:ext>
            </a:extLst>
          </p:cNvPr>
          <p:cNvSpPr>
            <a:spLocks noGrp="1"/>
          </p:cNvSpPr>
          <p:nvPr>
            <p:ph type="body" sz="quarter" idx="13" hasCustomPrompt="1"/>
          </p:nvPr>
        </p:nvSpPr>
        <p:spPr>
          <a:xfrm>
            <a:off x="5106000" y="6046600"/>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3" name="Text Placeholder 5">
            <a:extLst>
              <a:ext uri="{FF2B5EF4-FFF2-40B4-BE49-F238E27FC236}">
                <a16:creationId xmlns="" xmlns:a16="http://schemas.microsoft.com/office/drawing/2014/main" id="{8B55997C-0304-482F-A7C3-8E50C8ED55D7}"/>
              </a:ext>
            </a:extLst>
          </p:cNvPr>
          <p:cNvSpPr>
            <a:spLocks noGrp="1"/>
          </p:cNvSpPr>
          <p:nvPr>
            <p:ph type="body" sz="quarter" idx="14" hasCustomPrompt="1"/>
          </p:nvPr>
        </p:nvSpPr>
        <p:spPr>
          <a:xfrm>
            <a:off x="432000" y="3260393"/>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4" name="Text Placeholder 5">
            <a:extLst>
              <a:ext uri="{FF2B5EF4-FFF2-40B4-BE49-F238E27FC236}">
                <a16:creationId xmlns="" xmlns:a16="http://schemas.microsoft.com/office/drawing/2014/main" id="{E26AB0A6-DA7A-4EA3-9528-68FDBA8BF358}"/>
              </a:ext>
            </a:extLst>
          </p:cNvPr>
          <p:cNvSpPr>
            <a:spLocks noGrp="1"/>
          </p:cNvSpPr>
          <p:nvPr>
            <p:ph type="body" sz="quarter" idx="15" hasCustomPrompt="1"/>
          </p:nvPr>
        </p:nvSpPr>
        <p:spPr>
          <a:xfrm>
            <a:off x="9792001" y="3260393"/>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Tree>
    <p:extLst>
      <p:ext uri="{BB962C8B-B14F-4D97-AF65-F5344CB8AC3E}">
        <p14:creationId xmlns:p14="http://schemas.microsoft.com/office/powerpoint/2010/main" val="966920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Tree>
    <p:extLst>
      <p:ext uri="{BB962C8B-B14F-4D97-AF65-F5344CB8AC3E}">
        <p14:creationId xmlns:p14="http://schemas.microsoft.com/office/powerpoint/2010/main" val="150211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E51FED-0A73-4769-96A2-4C362E5D9DE0}"/>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E455B16D-31A1-4D28-ADC4-0BDEF4E07DFF}"/>
              </a:ext>
            </a:extLst>
          </p:cNvPr>
          <p:cNvSpPr>
            <a:spLocks noGrp="1"/>
          </p:cNvSpPr>
          <p:nvPr>
            <p:ph sz="half" idx="1" hasCustomPrompt="1"/>
          </p:nvPr>
        </p:nvSpPr>
        <p:spPr>
          <a:xfrm>
            <a:off x="432000" y="1728000"/>
            <a:ext cx="5472000"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 xmlns:a16="http://schemas.microsoft.com/office/drawing/2014/main" id="{AC4D4C6E-0D63-44CE-B0B4-BAA8F101EAFF}"/>
              </a:ext>
            </a:extLst>
          </p:cNvPr>
          <p:cNvSpPr>
            <a:spLocks noGrp="1"/>
          </p:cNvSpPr>
          <p:nvPr>
            <p:ph sz="half" idx="2" hasCustomPrompt="1"/>
          </p:nvPr>
        </p:nvSpPr>
        <p:spPr>
          <a:xfrm>
            <a:off x="6300000" y="1728000"/>
            <a:ext cx="5472000"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Footer Placeholder 7">
            <a:extLst>
              <a:ext uri="{FF2B5EF4-FFF2-40B4-BE49-F238E27FC236}">
                <a16:creationId xmlns="" xmlns:a16="http://schemas.microsoft.com/office/drawing/2014/main" id="{43C0B96F-9D35-4001-9F9C-1A7004D61F3D}"/>
              </a:ext>
            </a:extLst>
          </p:cNvPr>
          <p:cNvSpPr>
            <a:spLocks noGrp="1"/>
          </p:cNvSpPr>
          <p:nvPr>
            <p:ph type="ftr" sz="quarter" idx="10"/>
          </p:nvPr>
        </p:nvSpPr>
        <p:spPr/>
        <p:txBody>
          <a:bodyPr/>
          <a:lstStyle/>
          <a:p>
            <a:r>
              <a:rPr lang="en-US" noProof="0" dirty="0"/>
              <a:t>Add a footer</a:t>
            </a:r>
          </a:p>
        </p:txBody>
      </p:sp>
      <p:sp>
        <p:nvSpPr>
          <p:cNvPr id="9" name="Slide Number Placeholder 8">
            <a:extLst>
              <a:ext uri="{FF2B5EF4-FFF2-40B4-BE49-F238E27FC236}">
                <a16:creationId xmlns="" xmlns:a16="http://schemas.microsoft.com/office/drawing/2014/main" id="{A1C915CA-DB91-4B68-8DB8-2745ADA58582}"/>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Tree>
    <p:extLst>
      <p:ext uri="{BB962C8B-B14F-4D97-AF65-F5344CB8AC3E}">
        <p14:creationId xmlns:p14="http://schemas.microsoft.com/office/powerpoint/2010/main" val="4050061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615908-D8D7-48AF-8B8F-21B88B87DDF2}"/>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4" name="Content Placeholder 3">
            <a:extLst>
              <a:ext uri="{FF2B5EF4-FFF2-40B4-BE49-F238E27FC236}">
                <a16:creationId xmlns="" xmlns:a16="http://schemas.microsoft.com/office/drawing/2014/main" id="{60B617A5-FA6C-44C9-ABCB-DCA5D4615EC7}"/>
              </a:ext>
            </a:extLst>
          </p:cNvPr>
          <p:cNvSpPr>
            <a:spLocks noGrp="1"/>
          </p:cNvSpPr>
          <p:nvPr>
            <p:ph sz="half" idx="2" hasCustomPrompt="1"/>
          </p:nvPr>
        </p:nvSpPr>
        <p:spPr>
          <a:xfrm>
            <a:off x="432000" y="2210852"/>
            <a:ext cx="5472000" cy="386848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5">
            <a:extLst>
              <a:ext uri="{FF2B5EF4-FFF2-40B4-BE49-F238E27FC236}">
                <a16:creationId xmlns="" xmlns:a16="http://schemas.microsoft.com/office/drawing/2014/main" id="{0A122ACD-5C8B-4CDA-89C5-565C88865B50}"/>
              </a:ext>
            </a:extLst>
          </p:cNvPr>
          <p:cNvSpPr>
            <a:spLocks noGrp="1"/>
          </p:cNvSpPr>
          <p:nvPr>
            <p:ph sz="quarter" idx="4" hasCustomPrompt="1"/>
          </p:nvPr>
        </p:nvSpPr>
        <p:spPr>
          <a:xfrm>
            <a:off x="6300000" y="2210852"/>
            <a:ext cx="5472000" cy="386848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Footer Placeholder 9">
            <a:extLst>
              <a:ext uri="{FF2B5EF4-FFF2-40B4-BE49-F238E27FC236}">
                <a16:creationId xmlns="" xmlns:a16="http://schemas.microsoft.com/office/drawing/2014/main" id="{43614A35-31E3-40DA-85DD-07B207690717}"/>
              </a:ext>
            </a:extLst>
          </p:cNvPr>
          <p:cNvSpPr>
            <a:spLocks noGrp="1"/>
          </p:cNvSpPr>
          <p:nvPr>
            <p:ph type="ftr" sz="quarter" idx="10"/>
          </p:nvPr>
        </p:nvSpPr>
        <p:spPr/>
        <p:txBody>
          <a:bodyPr/>
          <a:lstStyle/>
          <a:p>
            <a:r>
              <a:rPr lang="en-US" noProof="0" dirty="0"/>
              <a:t>Add a footer</a:t>
            </a:r>
          </a:p>
        </p:txBody>
      </p:sp>
      <p:sp>
        <p:nvSpPr>
          <p:cNvPr id="11" name="Slide Number Placeholder 10">
            <a:extLst>
              <a:ext uri="{FF2B5EF4-FFF2-40B4-BE49-F238E27FC236}">
                <a16:creationId xmlns="" xmlns:a16="http://schemas.microsoft.com/office/drawing/2014/main" id="{B171800C-9F25-4694-879B-16A1F7BBAA77}"/>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cxnSp>
        <p:nvCxnSpPr>
          <p:cNvPr id="12" name="Straight Connector 11" title="Divider Line">
            <a:extLst>
              <a:ext uri="{FF2B5EF4-FFF2-40B4-BE49-F238E27FC236}">
                <a16:creationId xmlns="" xmlns:a16="http://schemas.microsoft.com/office/drawing/2014/main" id="{03063CBE-E62B-44CB-9B45-D39B595FE2AF}"/>
              </a:ext>
            </a:extLst>
          </p:cNvPr>
          <p:cNvCxnSpPr>
            <a:cxnSpLocks/>
          </p:cNvCxnSpPr>
          <p:nvPr userDrawn="1"/>
        </p:nvCxnSpPr>
        <p:spPr>
          <a:xfrm>
            <a:off x="449349" y="2159999"/>
            <a:ext cx="42141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Divider Line">
            <a:extLst>
              <a:ext uri="{FF2B5EF4-FFF2-40B4-BE49-F238E27FC236}">
                <a16:creationId xmlns="" xmlns:a16="http://schemas.microsoft.com/office/drawing/2014/main" id="{0EA58CA1-D7A1-4089-B687-193C35202523}"/>
              </a:ext>
            </a:extLst>
          </p:cNvPr>
          <p:cNvCxnSpPr>
            <a:cxnSpLocks/>
          </p:cNvCxnSpPr>
          <p:nvPr userDrawn="1"/>
        </p:nvCxnSpPr>
        <p:spPr>
          <a:xfrm>
            <a:off x="6312700" y="2159999"/>
            <a:ext cx="421410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 xmlns:a16="http://schemas.microsoft.com/office/drawing/2014/main" id="{A1844C96-F6D4-4E32-8A11-B1815109D205}"/>
              </a:ext>
            </a:extLst>
          </p:cNvPr>
          <p:cNvSpPr>
            <a:spLocks noGrp="1"/>
          </p:cNvSpPr>
          <p:nvPr>
            <p:ph type="body" idx="1" hasCustomPrompt="1"/>
          </p:nvPr>
        </p:nvSpPr>
        <p:spPr>
          <a:xfrm>
            <a:off x="432000" y="1654025"/>
            <a:ext cx="5472000" cy="455122"/>
          </a:xfrm>
        </p:spPr>
        <p:txBody>
          <a:bodyPr anchor="b"/>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5" name="Text Placeholder 4">
            <a:extLst>
              <a:ext uri="{FF2B5EF4-FFF2-40B4-BE49-F238E27FC236}">
                <a16:creationId xmlns="" xmlns:a16="http://schemas.microsoft.com/office/drawing/2014/main" id="{EA0BCCC6-F846-426B-B421-41B835224F43}"/>
              </a:ext>
            </a:extLst>
          </p:cNvPr>
          <p:cNvSpPr>
            <a:spLocks noGrp="1"/>
          </p:cNvSpPr>
          <p:nvPr>
            <p:ph type="body" sz="quarter" idx="3" hasCustomPrompt="1"/>
          </p:nvPr>
        </p:nvSpPr>
        <p:spPr>
          <a:xfrm>
            <a:off x="6312700" y="1654025"/>
            <a:ext cx="5459300" cy="455122"/>
          </a:xfrm>
        </p:spPr>
        <p:txBody>
          <a:bodyPr anchor="b"/>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Tree>
    <p:extLst>
      <p:ext uri="{BB962C8B-B14F-4D97-AF65-F5344CB8AC3E}">
        <p14:creationId xmlns:p14="http://schemas.microsoft.com/office/powerpoint/2010/main" val="5530977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sp>
        <p:nvSpPr>
          <p:cNvPr id="10" name="Content Placeholder 2">
            <a:extLst>
              <a:ext uri="{FF2B5EF4-FFF2-40B4-BE49-F238E27FC236}">
                <a16:creationId xmlns="" xmlns:a16="http://schemas.microsoft.com/office/drawing/2014/main" id="{FF5B2679-5029-4692-A1C7-099E7A583624}"/>
              </a:ext>
            </a:extLst>
          </p:cNvPr>
          <p:cNvSpPr>
            <a:spLocks noGrp="1"/>
          </p:cNvSpPr>
          <p:nvPr>
            <p:ph idx="14" hasCustomPrompt="1"/>
          </p:nvPr>
        </p:nvSpPr>
        <p:spPr>
          <a:xfrm>
            <a:off x="432000" y="2448000"/>
            <a:ext cx="3600000" cy="3631338"/>
          </a:xfrm>
          <a:solidFill>
            <a:schemeClr val="bg1">
              <a:lumMod val="95000"/>
            </a:schemeClr>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 xmlns:a16="http://schemas.microsoft.com/office/drawing/2014/main" id="{1B5AA133-C824-4B4A-96F4-D48A58E222DA}"/>
              </a:ext>
            </a:extLst>
          </p:cNvPr>
          <p:cNvSpPr>
            <a:spLocks noGrp="1"/>
          </p:cNvSpPr>
          <p:nvPr>
            <p:ph idx="15" hasCustomPrompt="1"/>
          </p:nvPr>
        </p:nvSpPr>
        <p:spPr>
          <a:xfrm>
            <a:off x="4302000" y="2448000"/>
            <a:ext cx="3600000" cy="3631338"/>
          </a:xfrm>
          <a:solidFill>
            <a:schemeClr val="bg1">
              <a:lumMod val="95000"/>
            </a:schemeClr>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 xmlns:a16="http://schemas.microsoft.com/office/drawing/2014/main" id="{388A40C4-1887-4DBA-90FF-4CF89932DA57}"/>
              </a:ext>
            </a:extLst>
          </p:cNvPr>
          <p:cNvSpPr>
            <a:spLocks noGrp="1"/>
          </p:cNvSpPr>
          <p:nvPr>
            <p:ph idx="16" hasCustomPrompt="1"/>
          </p:nvPr>
        </p:nvSpPr>
        <p:spPr>
          <a:xfrm>
            <a:off x="8172000" y="2448000"/>
            <a:ext cx="3600000" cy="3631338"/>
          </a:xfrm>
          <a:solidFill>
            <a:schemeClr val="bg1">
              <a:lumMod val="95000"/>
            </a:schemeClr>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BE06229A-0702-4CD6-B5F1-0DC746CC4F18}"/>
              </a:ext>
            </a:extLst>
          </p:cNvPr>
          <p:cNvSpPr>
            <a:spLocks noGrp="1"/>
          </p:cNvSpPr>
          <p:nvPr>
            <p:ph idx="1" hasCustomPrompt="1"/>
          </p:nvPr>
        </p:nvSpPr>
        <p:spPr>
          <a:xfrm>
            <a:off x="432000" y="1728000"/>
            <a:ext cx="3600000" cy="720000"/>
          </a:xfrm>
          <a:solidFill>
            <a:schemeClr val="tx1">
              <a:lumMod val="75000"/>
              <a:lumOff val="25000"/>
            </a:schemeClr>
          </a:solidFill>
          <a:ln w="28575">
            <a:solidFill>
              <a:schemeClr val="accent1"/>
            </a:solidFill>
          </a:ln>
        </p:spPr>
        <p:txBody>
          <a:bodyPr lIns="108000" tIns="36000" rIns="108000" bIns="36000" anchor="ctr"/>
          <a:lstStyle>
            <a:lvl1pPr marL="0" indent="0" algn="ctr">
              <a:buNone/>
              <a:defRPr>
                <a:solidFill>
                  <a:schemeClr val="bg1"/>
                </a:solidFill>
              </a:defRPr>
            </a:lvl1pPr>
          </a:lstStyle>
          <a:p>
            <a:pPr lvl="0"/>
            <a:r>
              <a:rPr lang="en-US" noProof="0"/>
              <a:t>Section 1 Title</a:t>
            </a:r>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6" name="Content Placeholder 2">
            <a:extLst>
              <a:ext uri="{FF2B5EF4-FFF2-40B4-BE49-F238E27FC236}">
                <a16:creationId xmlns="" xmlns:a16="http://schemas.microsoft.com/office/drawing/2014/main" id="{43CF4B74-3202-48D6-B573-AA3882B039F4}"/>
              </a:ext>
            </a:extLst>
          </p:cNvPr>
          <p:cNvSpPr>
            <a:spLocks noGrp="1"/>
          </p:cNvSpPr>
          <p:nvPr>
            <p:ph idx="12" hasCustomPrompt="1"/>
          </p:nvPr>
        </p:nvSpPr>
        <p:spPr>
          <a:xfrm>
            <a:off x="4302000" y="1728000"/>
            <a:ext cx="3600000" cy="720000"/>
          </a:xfrm>
          <a:solidFill>
            <a:schemeClr val="tx1">
              <a:lumMod val="75000"/>
              <a:lumOff val="25000"/>
            </a:schemeClr>
          </a:solidFill>
          <a:ln w="28575">
            <a:solidFill>
              <a:schemeClr val="accent2"/>
            </a:solidFill>
          </a:ln>
        </p:spPr>
        <p:txBody>
          <a:bodyPr lIns="108000" tIns="36000" rIns="108000" bIns="36000" anchor="ctr"/>
          <a:lstStyle>
            <a:lvl1pPr marL="0" indent="0" algn="ctr">
              <a:buNone/>
              <a:defRPr>
                <a:solidFill>
                  <a:schemeClr val="bg1"/>
                </a:solidFill>
              </a:defRPr>
            </a:lvl1pPr>
          </a:lstStyle>
          <a:p>
            <a:pPr lvl="0"/>
            <a:r>
              <a:rPr lang="en-US" noProof="0"/>
              <a:t>Section 2 Title</a:t>
            </a:r>
          </a:p>
        </p:txBody>
      </p:sp>
      <p:sp>
        <p:nvSpPr>
          <p:cNvPr id="9" name="Content Placeholder 2">
            <a:extLst>
              <a:ext uri="{FF2B5EF4-FFF2-40B4-BE49-F238E27FC236}">
                <a16:creationId xmlns="" xmlns:a16="http://schemas.microsoft.com/office/drawing/2014/main" id="{0BA6D519-EE14-4D3E-B15F-70C4423A3988}"/>
              </a:ext>
            </a:extLst>
          </p:cNvPr>
          <p:cNvSpPr>
            <a:spLocks noGrp="1"/>
          </p:cNvSpPr>
          <p:nvPr>
            <p:ph idx="13" hasCustomPrompt="1"/>
          </p:nvPr>
        </p:nvSpPr>
        <p:spPr>
          <a:xfrm>
            <a:off x="8172000" y="1728000"/>
            <a:ext cx="3600000" cy="720000"/>
          </a:xfrm>
          <a:solidFill>
            <a:schemeClr val="tx1">
              <a:lumMod val="75000"/>
              <a:lumOff val="25000"/>
            </a:schemeClr>
          </a:solidFill>
          <a:ln w="28575">
            <a:solidFill>
              <a:schemeClr val="accent3"/>
            </a:solidFill>
          </a:ln>
        </p:spPr>
        <p:txBody>
          <a:bodyPr lIns="108000" tIns="36000" rIns="108000" bIns="36000" anchor="ctr"/>
          <a:lstStyle>
            <a:lvl1pPr marL="0" indent="0" algn="ctr">
              <a:buNone/>
              <a:defRPr>
                <a:solidFill>
                  <a:schemeClr val="bg1"/>
                </a:solidFill>
              </a:defRPr>
            </a:lvl1pPr>
          </a:lstStyle>
          <a:p>
            <a:pPr lvl="0"/>
            <a:r>
              <a:rPr lang="en-US" noProof="0"/>
              <a:t>Section 3 Title</a:t>
            </a:r>
          </a:p>
        </p:txBody>
      </p:sp>
      <p:sp>
        <p:nvSpPr>
          <p:cNvPr id="13" name="Text Placeholder 5">
            <a:extLst>
              <a:ext uri="{FF2B5EF4-FFF2-40B4-BE49-F238E27FC236}">
                <a16:creationId xmlns="" xmlns:a16="http://schemas.microsoft.com/office/drawing/2014/main" id="{4DA29CFB-3C73-4618-B2D9-70E396D1EBA2}"/>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1601538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F5211B-014A-4E6E-98C7-FDAF7855316F}"/>
              </a:ext>
            </a:extLst>
          </p:cNvPr>
          <p:cNvSpPr>
            <a:spLocks noGrp="1"/>
          </p:cNvSpPr>
          <p:nvPr>
            <p:ph type="title"/>
          </p:nvPr>
        </p:nvSpPr>
        <p:spPr/>
        <p:txBody>
          <a:bodyPr/>
          <a:lstStyle/>
          <a:p>
            <a:r>
              <a:rPr lang="en-US" noProof="0" smtClean="0"/>
              <a:t>Click to edit Master title style</a:t>
            </a:r>
            <a:endParaRPr lang="en-US" noProof="0"/>
          </a:p>
        </p:txBody>
      </p:sp>
      <p:sp>
        <p:nvSpPr>
          <p:cNvPr id="6" name="Footer Placeholder 5">
            <a:extLst>
              <a:ext uri="{FF2B5EF4-FFF2-40B4-BE49-F238E27FC236}">
                <a16:creationId xmlns="" xmlns:a16="http://schemas.microsoft.com/office/drawing/2014/main" id="{5356FC21-A32D-44DC-BED7-08CEBB3B9090}"/>
              </a:ext>
            </a:extLst>
          </p:cNvPr>
          <p:cNvSpPr>
            <a:spLocks noGrp="1"/>
          </p:cNvSpPr>
          <p:nvPr>
            <p:ph type="ftr" sz="quarter" idx="10"/>
          </p:nvPr>
        </p:nvSpPr>
        <p:spPr/>
        <p:txBody>
          <a:bodyPr/>
          <a:lstStyle/>
          <a:p>
            <a:r>
              <a:rPr lang="en-US" noProof="0" dirty="0"/>
              <a:t>Add a footer</a:t>
            </a:r>
          </a:p>
        </p:txBody>
      </p:sp>
      <p:sp>
        <p:nvSpPr>
          <p:cNvPr id="7" name="Slide Number Placeholder 6">
            <a:extLst>
              <a:ext uri="{FF2B5EF4-FFF2-40B4-BE49-F238E27FC236}">
                <a16:creationId xmlns="" xmlns:a16="http://schemas.microsoft.com/office/drawing/2014/main" id="{FC0C6D2B-0FF5-4A5F-A062-480FFA6DA09A}"/>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5" name="Text Placeholder 5">
            <a:extLst>
              <a:ext uri="{FF2B5EF4-FFF2-40B4-BE49-F238E27FC236}">
                <a16:creationId xmlns="" xmlns:a16="http://schemas.microsoft.com/office/drawing/2014/main" id="{91612B32-057C-422E-8B4A-7B464DE04A79}"/>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cxnSp>
        <p:nvCxnSpPr>
          <p:cNvPr id="8" name="Straight Arrow Connector 7">
            <a:extLst>
              <a:ext uri="{FF2B5EF4-FFF2-40B4-BE49-F238E27FC236}">
                <a16:creationId xmlns="" xmlns:a16="http://schemas.microsoft.com/office/drawing/2014/main" id="{B66BE87F-A588-41BE-A251-8940FFF7BDB0}"/>
              </a:ext>
            </a:extLst>
          </p:cNvPr>
          <p:cNvCxnSpPr/>
          <p:nvPr userDrawn="1"/>
        </p:nvCxnSpPr>
        <p:spPr>
          <a:xfrm>
            <a:off x="431800" y="3866682"/>
            <a:ext cx="11339513"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 xmlns:a16="http://schemas.microsoft.com/office/drawing/2014/main" id="{EE87B275-BCEB-48C5-BD58-39E2B9AB906E}"/>
              </a:ext>
            </a:extLst>
          </p:cNvPr>
          <p:cNvSpPr>
            <a:spLocks noGrp="1"/>
          </p:cNvSpPr>
          <p:nvPr>
            <p:ph type="body" sz="quarter" idx="33" hasCustomPrompt="1"/>
          </p:nvPr>
        </p:nvSpPr>
        <p:spPr>
          <a:xfrm>
            <a:off x="412908"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0" name="Text Placeholder 10">
            <a:extLst>
              <a:ext uri="{FF2B5EF4-FFF2-40B4-BE49-F238E27FC236}">
                <a16:creationId xmlns="" xmlns:a16="http://schemas.microsoft.com/office/drawing/2014/main" id="{75FEF587-0930-42DA-AF85-54F9A14870D3}"/>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1" name="Text Placeholder 10">
            <a:extLst>
              <a:ext uri="{FF2B5EF4-FFF2-40B4-BE49-F238E27FC236}">
                <a16:creationId xmlns="" xmlns:a16="http://schemas.microsoft.com/office/drawing/2014/main" id="{77B00876-F334-4F19-ACB9-5A52E300C62F}"/>
              </a:ext>
            </a:extLst>
          </p:cNvPr>
          <p:cNvSpPr>
            <a:spLocks noGrp="1"/>
          </p:cNvSpPr>
          <p:nvPr>
            <p:ph type="body" sz="quarter" idx="35" hasCustomPrompt="1"/>
          </p:nvPr>
        </p:nvSpPr>
        <p:spPr>
          <a:xfrm>
            <a:off x="90381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2" name="Text Placeholder 10">
            <a:extLst>
              <a:ext uri="{FF2B5EF4-FFF2-40B4-BE49-F238E27FC236}">
                <a16:creationId xmlns="" xmlns:a16="http://schemas.microsoft.com/office/drawing/2014/main" id="{DC5160FB-C621-4014-AF15-7C31EBF94639}"/>
              </a:ext>
            </a:extLst>
          </p:cNvPr>
          <p:cNvSpPr>
            <a:spLocks noGrp="1"/>
          </p:cNvSpPr>
          <p:nvPr>
            <p:ph type="body" sz="quarter" idx="36" hasCustomPrompt="1"/>
          </p:nvPr>
        </p:nvSpPr>
        <p:spPr>
          <a:xfrm>
            <a:off x="13758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3" name="Text Placeholder 10">
            <a:extLst>
              <a:ext uri="{FF2B5EF4-FFF2-40B4-BE49-F238E27FC236}">
                <a16:creationId xmlns="" xmlns:a16="http://schemas.microsoft.com/office/drawing/2014/main" id="{3D37E5E1-DD5A-4C77-849F-40C0D2AE3F71}"/>
              </a:ext>
            </a:extLst>
          </p:cNvPr>
          <p:cNvSpPr>
            <a:spLocks noGrp="1"/>
          </p:cNvSpPr>
          <p:nvPr>
            <p:ph type="body" sz="quarter" idx="37" hasCustomPrompt="1"/>
          </p:nvPr>
        </p:nvSpPr>
        <p:spPr>
          <a:xfrm>
            <a:off x="184785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4" name="Text Placeholder 10">
            <a:extLst>
              <a:ext uri="{FF2B5EF4-FFF2-40B4-BE49-F238E27FC236}">
                <a16:creationId xmlns="" xmlns:a16="http://schemas.microsoft.com/office/drawing/2014/main" id="{8164CA25-5B7F-4EDD-8B42-0D567DED1794}"/>
              </a:ext>
            </a:extLst>
          </p:cNvPr>
          <p:cNvSpPr>
            <a:spLocks noGrp="1"/>
          </p:cNvSpPr>
          <p:nvPr>
            <p:ph type="body" sz="quarter" idx="38" hasCustomPrompt="1"/>
          </p:nvPr>
        </p:nvSpPr>
        <p:spPr>
          <a:xfrm>
            <a:off x="6077108"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 xmlns:a16="http://schemas.microsoft.com/office/drawing/2014/main" id="{15876039-3F56-4587-900E-4FCE60BCA50B}"/>
              </a:ext>
            </a:extLst>
          </p:cNvPr>
          <p:cNvSpPr>
            <a:spLocks noGrp="1"/>
          </p:cNvSpPr>
          <p:nvPr>
            <p:ph type="body" sz="quarter" idx="39" hasCustomPrompt="1"/>
          </p:nvPr>
        </p:nvSpPr>
        <p:spPr>
          <a:xfrm>
            <a:off x="231986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 xmlns:a16="http://schemas.microsoft.com/office/drawing/2014/main" id="{515FCEBD-9007-4B9D-AE69-7F8068A14B21}"/>
              </a:ext>
            </a:extLst>
          </p:cNvPr>
          <p:cNvSpPr>
            <a:spLocks noGrp="1"/>
          </p:cNvSpPr>
          <p:nvPr>
            <p:ph type="body" sz="quarter" idx="40" hasCustomPrompt="1"/>
          </p:nvPr>
        </p:nvSpPr>
        <p:spPr>
          <a:xfrm>
            <a:off x="279188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 xmlns:a16="http://schemas.microsoft.com/office/drawing/2014/main" id="{8856F7F9-97EB-4612-BB5C-DDB9D90C9CD4}"/>
              </a:ext>
            </a:extLst>
          </p:cNvPr>
          <p:cNvSpPr>
            <a:spLocks noGrp="1"/>
          </p:cNvSpPr>
          <p:nvPr>
            <p:ph type="body" sz="quarter" idx="41" hasCustomPrompt="1"/>
          </p:nvPr>
        </p:nvSpPr>
        <p:spPr>
          <a:xfrm>
            <a:off x="326390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 xmlns:a16="http://schemas.microsoft.com/office/drawing/2014/main" id="{B0C577BC-AD44-4FF0-8F34-D7ABD44B100A}"/>
              </a:ext>
            </a:extLst>
          </p:cNvPr>
          <p:cNvSpPr>
            <a:spLocks noGrp="1"/>
          </p:cNvSpPr>
          <p:nvPr>
            <p:ph type="body" sz="quarter" idx="42" hasCustomPrompt="1"/>
          </p:nvPr>
        </p:nvSpPr>
        <p:spPr>
          <a:xfrm>
            <a:off x="467995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 xmlns:a16="http://schemas.microsoft.com/office/drawing/2014/main" id="{12E19F39-39CE-43A3-912F-3D8656DA5E76}"/>
              </a:ext>
            </a:extLst>
          </p:cNvPr>
          <p:cNvSpPr>
            <a:spLocks noGrp="1"/>
          </p:cNvSpPr>
          <p:nvPr>
            <p:ph type="body" sz="quarter" idx="43" hasCustomPrompt="1"/>
          </p:nvPr>
        </p:nvSpPr>
        <p:spPr>
          <a:xfrm>
            <a:off x="373591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0" name="Text Placeholder 10">
            <a:extLst>
              <a:ext uri="{FF2B5EF4-FFF2-40B4-BE49-F238E27FC236}">
                <a16:creationId xmlns="" xmlns:a16="http://schemas.microsoft.com/office/drawing/2014/main" id="{64F2C543-C785-4078-9811-96F28F1BF210}"/>
              </a:ext>
            </a:extLst>
          </p:cNvPr>
          <p:cNvSpPr>
            <a:spLocks noGrp="1"/>
          </p:cNvSpPr>
          <p:nvPr>
            <p:ph type="body" sz="quarter" idx="44" hasCustomPrompt="1"/>
          </p:nvPr>
        </p:nvSpPr>
        <p:spPr>
          <a:xfrm>
            <a:off x="420793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 xmlns:a16="http://schemas.microsoft.com/office/drawing/2014/main" id="{022F0FFE-8538-47C2-9227-B4DE41186CE8}"/>
              </a:ext>
            </a:extLst>
          </p:cNvPr>
          <p:cNvSpPr>
            <a:spLocks noGrp="1"/>
          </p:cNvSpPr>
          <p:nvPr>
            <p:ph type="body" sz="quarter" idx="45" hasCustomPrompt="1"/>
          </p:nvPr>
        </p:nvSpPr>
        <p:spPr>
          <a:xfrm>
            <a:off x="51519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 xmlns:a16="http://schemas.microsoft.com/office/drawing/2014/main" id="{75D12B21-B498-4E00-B817-457BAED99A33}"/>
              </a:ext>
            </a:extLst>
          </p:cNvPr>
          <p:cNvSpPr>
            <a:spLocks noGrp="1"/>
          </p:cNvSpPr>
          <p:nvPr>
            <p:ph type="body" sz="quarter" idx="46" hasCustomPrompt="1"/>
          </p:nvPr>
        </p:nvSpPr>
        <p:spPr>
          <a:xfrm>
            <a:off x="562398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 xmlns:a16="http://schemas.microsoft.com/office/drawing/2014/main" id="{A60F8F4D-F654-4555-BC21-7137D98E027C}"/>
              </a:ext>
            </a:extLst>
          </p:cNvPr>
          <p:cNvSpPr>
            <a:spLocks noGrp="1"/>
          </p:cNvSpPr>
          <p:nvPr>
            <p:ph type="body" sz="quarter" idx="47" hasCustomPrompt="1"/>
          </p:nvPr>
        </p:nvSpPr>
        <p:spPr>
          <a:xfrm>
            <a:off x="60959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 xmlns:a16="http://schemas.microsoft.com/office/drawing/2014/main" id="{0B633DEF-CDC6-4A75-A05B-0C875E2B8FF1}"/>
              </a:ext>
            </a:extLst>
          </p:cNvPr>
          <p:cNvSpPr>
            <a:spLocks noGrp="1"/>
          </p:cNvSpPr>
          <p:nvPr>
            <p:ph type="body" sz="quarter" idx="48" hasCustomPrompt="1"/>
          </p:nvPr>
        </p:nvSpPr>
        <p:spPr>
          <a:xfrm>
            <a:off x="656801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 xmlns:a16="http://schemas.microsoft.com/office/drawing/2014/main" id="{23A67F56-440C-4AE2-B52E-F6ECF3E31F86}"/>
              </a:ext>
            </a:extLst>
          </p:cNvPr>
          <p:cNvSpPr>
            <a:spLocks noGrp="1"/>
          </p:cNvSpPr>
          <p:nvPr>
            <p:ph type="body" sz="quarter" idx="49" hasCustomPrompt="1"/>
          </p:nvPr>
        </p:nvSpPr>
        <p:spPr>
          <a:xfrm>
            <a:off x="704002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 xmlns:a16="http://schemas.microsoft.com/office/drawing/2014/main" id="{E8F5BF8F-8918-4E36-8AAF-45E994E46B29}"/>
              </a:ext>
            </a:extLst>
          </p:cNvPr>
          <p:cNvSpPr>
            <a:spLocks noGrp="1"/>
          </p:cNvSpPr>
          <p:nvPr>
            <p:ph type="body" sz="quarter" idx="50" hasCustomPrompt="1"/>
          </p:nvPr>
        </p:nvSpPr>
        <p:spPr>
          <a:xfrm>
            <a:off x="751204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 xmlns:a16="http://schemas.microsoft.com/office/drawing/2014/main" id="{1A2F56E4-C780-42A2-BA54-B1EAB7CA2197}"/>
              </a:ext>
            </a:extLst>
          </p:cNvPr>
          <p:cNvSpPr>
            <a:spLocks noGrp="1"/>
          </p:cNvSpPr>
          <p:nvPr>
            <p:ph type="body" sz="quarter" idx="51" hasCustomPrompt="1"/>
          </p:nvPr>
        </p:nvSpPr>
        <p:spPr>
          <a:xfrm>
            <a:off x="79840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 xmlns:a16="http://schemas.microsoft.com/office/drawing/2014/main" id="{7405E86B-3690-4EBE-8353-7ABE76F10810}"/>
              </a:ext>
            </a:extLst>
          </p:cNvPr>
          <p:cNvSpPr>
            <a:spLocks noGrp="1"/>
          </p:cNvSpPr>
          <p:nvPr>
            <p:ph type="body" sz="quarter" idx="52" hasCustomPrompt="1"/>
          </p:nvPr>
        </p:nvSpPr>
        <p:spPr>
          <a:xfrm>
            <a:off x="845608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 xmlns:a16="http://schemas.microsoft.com/office/drawing/2014/main" id="{DB54048B-A035-47F0-B54D-1B9676EE8931}"/>
              </a:ext>
            </a:extLst>
          </p:cNvPr>
          <p:cNvSpPr>
            <a:spLocks noGrp="1"/>
          </p:cNvSpPr>
          <p:nvPr>
            <p:ph type="body" sz="quarter" idx="53" hasCustomPrompt="1"/>
          </p:nvPr>
        </p:nvSpPr>
        <p:spPr>
          <a:xfrm>
            <a:off x="89280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 xmlns:a16="http://schemas.microsoft.com/office/drawing/2014/main" id="{12F6976C-DDBF-4808-9B45-2C78E0FC6AA7}"/>
              </a:ext>
            </a:extLst>
          </p:cNvPr>
          <p:cNvSpPr>
            <a:spLocks noGrp="1"/>
          </p:cNvSpPr>
          <p:nvPr>
            <p:ph type="body" sz="quarter" idx="54" hasCustomPrompt="1"/>
          </p:nvPr>
        </p:nvSpPr>
        <p:spPr>
          <a:xfrm>
            <a:off x="1034414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 xmlns:a16="http://schemas.microsoft.com/office/drawing/2014/main" id="{66103D17-8EEC-45BF-B909-8F6DB8575A35}"/>
              </a:ext>
            </a:extLst>
          </p:cNvPr>
          <p:cNvSpPr>
            <a:spLocks noGrp="1"/>
          </p:cNvSpPr>
          <p:nvPr>
            <p:ph type="body" sz="quarter" idx="55" hasCustomPrompt="1"/>
          </p:nvPr>
        </p:nvSpPr>
        <p:spPr>
          <a:xfrm>
            <a:off x="940011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 xmlns:a16="http://schemas.microsoft.com/office/drawing/2014/main" id="{57F6EB7B-A4AE-4147-A94B-9C2860A158F4}"/>
              </a:ext>
            </a:extLst>
          </p:cNvPr>
          <p:cNvSpPr>
            <a:spLocks noGrp="1"/>
          </p:cNvSpPr>
          <p:nvPr>
            <p:ph type="body" sz="quarter" idx="56" hasCustomPrompt="1"/>
          </p:nvPr>
        </p:nvSpPr>
        <p:spPr>
          <a:xfrm>
            <a:off x="987213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 xmlns:a16="http://schemas.microsoft.com/office/drawing/2014/main" id="{95673032-36DB-4772-82D8-46E21D810A56}"/>
              </a:ext>
            </a:extLst>
          </p:cNvPr>
          <p:cNvSpPr>
            <a:spLocks noGrp="1"/>
          </p:cNvSpPr>
          <p:nvPr>
            <p:ph type="body" sz="quarter" idx="57" hasCustomPrompt="1"/>
          </p:nvPr>
        </p:nvSpPr>
        <p:spPr>
          <a:xfrm>
            <a:off x="1081616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 xmlns:a16="http://schemas.microsoft.com/office/drawing/2014/main" id="{CDE9935C-FEBD-421A-A63B-8A87A2D4A4D9}"/>
              </a:ext>
            </a:extLst>
          </p:cNvPr>
          <p:cNvSpPr>
            <a:spLocks noGrp="1"/>
          </p:cNvSpPr>
          <p:nvPr>
            <p:ph type="body" sz="quarter" idx="58" hasCustomPrompt="1"/>
          </p:nvPr>
        </p:nvSpPr>
        <p:spPr>
          <a:xfrm>
            <a:off x="1128818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 name="Text Placeholder 3">
            <a:extLst>
              <a:ext uri="{FF2B5EF4-FFF2-40B4-BE49-F238E27FC236}">
                <a16:creationId xmlns="" xmlns:a16="http://schemas.microsoft.com/office/drawing/2014/main" id="{D242C672-1222-4C21-9E3D-F365D9665E1B}"/>
              </a:ext>
            </a:extLst>
          </p:cNvPr>
          <p:cNvSpPr>
            <a:spLocks noGrp="1"/>
          </p:cNvSpPr>
          <p:nvPr>
            <p:ph type="body" sz="quarter" idx="59" hasCustomPrompt="1"/>
          </p:nvPr>
        </p:nvSpPr>
        <p:spPr>
          <a:xfrm>
            <a:off x="5360988" y="2190750"/>
            <a:ext cx="1793875" cy="561975"/>
          </a:xfrm>
          <a:solidFill>
            <a:schemeClr val="bg1">
              <a:lumMod val="95000"/>
            </a:schemeClr>
          </a:solidFill>
        </p:spPr>
        <p:txBody>
          <a:bodyPr tIns="36000" anchor="t"/>
          <a:lstStyle>
            <a:lvl1pPr marL="0" indent="0" algn="ctr">
              <a:buNone/>
              <a:defRPr sz="1600"/>
            </a:lvl1pPr>
          </a:lstStyle>
          <a:p>
            <a:pPr lvl="0"/>
            <a:r>
              <a:rPr lang="en-US" noProof="0"/>
              <a:t>Item Title</a:t>
            </a:r>
          </a:p>
        </p:txBody>
      </p:sp>
      <p:sp>
        <p:nvSpPr>
          <p:cNvPr id="37" name="Text Placeholder 36">
            <a:extLst>
              <a:ext uri="{FF2B5EF4-FFF2-40B4-BE49-F238E27FC236}">
                <a16:creationId xmlns="" xmlns:a16="http://schemas.microsoft.com/office/drawing/2014/main" id="{2F97A7E3-509A-417D-9818-EDDA3B539E4F}"/>
              </a:ext>
            </a:extLst>
          </p:cNvPr>
          <p:cNvSpPr>
            <a:spLocks noGrp="1"/>
          </p:cNvSpPr>
          <p:nvPr>
            <p:ph type="body" sz="quarter" idx="60" hasCustomPrompt="1"/>
          </p:nvPr>
        </p:nvSpPr>
        <p:spPr>
          <a:xfrm>
            <a:off x="5412717"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Tree>
    <p:extLst>
      <p:ext uri="{BB962C8B-B14F-4D97-AF65-F5344CB8AC3E}">
        <p14:creationId xmlns:p14="http://schemas.microsoft.com/office/powerpoint/2010/main" val="5291107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5" name="Picture Placeholder 4">
            <a:extLst>
              <a:ext uri="{FF2B5EF4-FFF2-40B4-BE49-F238E27FC236}">
                <a16:creationId xmlns="" xmlns:a16="http://schemas.microsoft.com/office/drawing/2014/main" id="{8977821B-617D-47E4-AAA2-FADADD15EBCD}"/>
              </a:ext>
            </a:extLst>
          </p:cNvPr>
          <p:cNvSpPr>
            <a:spLocks noGrp="1"/>
          </p:cNvSpPr>
          <p:nvPr>
            <p:ph type="pic" sz="quarter" idx="12" hasCustomPrompt="1"/>
          </p:nvPr>
        </p:nvSpPr>
        <p:spPr>
          <a:xfrm>
            <a:off x="431799" y="2319681"/>
            <a:ext cx="1352367" cy="1352367"/>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9" name="Text Placeholder 8">
            <a:extLst>
              <a:ext uri="{FF2B5EF4-FFF2-40B4-BE49-F238E27FC236}">
                <a16:creationId xmlns="" xmlns:a16="http://schemas.microsoft.com/office/drawing/2014/main" id="{199551C8-D5B2-495A-97BB-0711CD8C67EC}"/>
              </a:ext>
            </a:extLst>
          </p:cNvPr>
          <p:cNvSpPr>
            <a:spLocks noGrp="1"/>
          </p:cNvSpPr>
          <p:nvPr>
            <p:ph type="body" sz="quarter" idx="13" hasCustomPrompt="1"/>
          </p:nvPr>
        </p:nvSpPr>
        <p:spPr>
          <a:xfrm>
            <a:off x="1974854" y="2485913"/>
            <a:ext cx="2124000" cy="701538"/>
          </a:xfrm>
        </p:spPr>
        <p:txBody>
          <a:bodyPr anchor="b"/>
          <a:lstStyle>
            <a:lvl1pPr marL="0" indent="0" algn="l">
              <a:buFont typeface="Arial" panose="020B0604020202020204" pitchFamily="34" charset="0"/>
              <a:buNone/>
              <a:defRPr sz="2400"/>
            </a:lvl1pPr>
          </a:lstStyle>
          <a:p>
            <a:pPr lvl="0"/>
            <a:r>
              <a:rPr lang="en-US" noProof="0"/>
              <a:t>Name</a:t>
            </a:r>
          </a:p>
        </p:txBody>
      </p:sp>
      <p:sp>
        <p:nvSpPr>
          <p:cNvPr id="11" name="Text Placeholder 10">
            <a:extLst>
              <a:ext uri="{FF2B5EF4-FFF2-40B4-BE49-F238E27FC236}">
                <a16:creationId xmlns="" xmlns:a16="http://schemas.microsoft.com/office/drawing/2014/main" id="{53739758-B746-428A-A18B-3989DA89A860}"/>
              </a:ext>
            </a:extLst>
          </p:cNvPr>
          <p:cNvSpPr>
            <a:spLocks noGrp="1"/>
          </p:cNvSpPr>
          <p:nvPr>
            <p:ph type="body" sz="quarter" idx="14" hasCustomPrompt="1"/>
          </p:nvPr>
        </p:nvSpPr>
        <p:spPr>
          <a:xfrm>
            <a:off x="1974854" y="3904988"/>
            <a:ext cx="2124000" cy="1800000"/>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6" name="Text Placeholder 5">
            <a:extLst>
              <a:ext uri="{FF2B5EF4-FFF2-40B4-BE49-F238E27FC236}">
                <a16:creationId xmlns="" xmlns:a16="http://schemas.microsoft.com/office/drawing/2014/main" id="{3509F9E9-0483-4A79-B997-B23DAC1644C1}"/>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8" name="Text Placeholder 8">
            <a:extLst>
              <a:ext uri="{FF2B5EF4-FFF2-40B4-BE49-F238E27FC236}">
                <a16:creationId xmlns="" xmlns:a16="http://schemas.microsoft.com/office/drawing/2014/main" id="{B502D142-31B4-4BFF-A18F-9FB36E0F4005}"/>
              </a:ext>
            </a:extLst>
          </p:cNvPr>
          <p:cNvSpPr>
            <a:spLocks noGrp="1"/>
          </p:cNvSpPr>
          <p:nvPr>
            <p:ph type="body" sz="quarter" idx="33" hasCustomPrompt="1"/>
          </p:nvPr>
        </p:nvSpPr>
        <p:spPr>
          <a:xfrm>
            <a:off x="1974854" y="3461032"/>
            <a:ext cx="2124000"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1" name="Picture Placeholder 4">
            <a:extLst>
              <a:ext uri="{FF2B5EF4-FFF2-40B4-BE49-F238E27FC236}">
                <a16:creationId xmlns="" xmlns:a16="http://schemas.microsoft.com/office/drawing/2014/main" id="{ED382BE6-73A2-49C4-9284-7996310FE85F}"/>
              </a:ext>
            </a:extLst>
          </p:cNvPr>
          <p:cNvSpPr>
            <a:spLocks noGrp="1"/>
          </p:cNvSpPr>
          <p:nvPr>
            <p:ph type="pic" sz="quarter" idx="34" hasCustomPrompt="1"/>
          </p:nvPr>
        </p:nvSpPr>
        <p:spPr>
          <a:xfrm>
            <a:off x="4268028" y="2319681"/>
            <a:ext cx="1352367" cy="1352367"/>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2" name="Text Placeholder 8">
            <a:extLst>
              <a:ext uri="{FF2B5EF4-FFF2-40B4-BE49-F238E27FC236}">
                <a16:creationId xmlns="" xmlns:a16="http://schemas.microsoft.com/office/drawing/2014/main" id="{5E81FDE4-AA9D-42F8-BEAF-C710A81DC8AB}"/>
              </a:ext>
            </a:extLst>
          </p:cNvPr>
          <p:cNvSpPr>
            <a:spLocks noGrp="1"/>
          </p:cNvSpPr>
          <p:nvPr>
            <p:ph type="body" sz="quarter" idx="35" hasCustomPrompt="1"/>
          </p:nvPr>
        </p:nvSpPr>
        <p:spPr>
          <a:xfrm>
            <a:off x="5811083" y="2485913"/>
            <a:ext cx="2124000" cy="701538"/>
          </a:xfrm>
        </p:spPr>
        <p:txBody>
          <a:bodyPr anchor="b"/>
          <a:lstStyle>
            <a:lvl1pPr marL="0" indent="0" algn="l">
              <a:buFont typeface="Arial" panose="020B0604020202020204" pitchFamily="34" charset="0"/>
              <a:buNone/>
              <a:defRPr sz="2400"/>
            </a:lvl1pPr>
          </a:lstStyle>
          <a:p>
            <a:pPr lvl="0"/>
            <a:r>
              <a:rPr lang="en-US" noProof="0"/>
              <a:t>Name</a:t>
            </a:r>
          </a:p>
        </p:txBody>
      </p:sp>
      <p:sp>
        <p:nvSpPr>
          <p:cNvPr id="43" name="Text Placeholder 10">
            <a:extLst>
              <a:ext uri="{FF2B5EF4-FFF2-40B4-BE49-F238E27FC236}">
                <a16:creationId xmlns="" xmlns:a16="http://schemas.microsoft.com/office/drawing/2014/main" id="{9D6585E1-D051-4611-811C-C8101B0D2F03}"/>
              </a:ext>
            </a:extLst>
          </p:cNvPr>
          <p:cNvSpPr>
            <a:spLocks noGrp="1"/>
          </p:cNvSpPr>
          <p:nvPr>
            <p:ph type="body" sz="quarter" idx="36" hasCustomPrompt="1"/>
          </p:nvPr>
        </p:nvSpPr>
        <p:spPr>
          <a:xfrm>
            <a:off x="5811083" y="3904988"/>
            <a:ext cx="2124000" cy="1800000"/>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4" name="Text Placeholder 8">
            <a:extLst>
              <a:ext uri="{FF2B5EF4-FFF2-40B4-BE49-F238E27FC236}">
                <a16:creationId xmlns="" xmlns:a16="http://schemas.microsoft.com/office/drawing/2014/main" id="{6C195A32-24CC-4109-9C00-31757D0A0A3C}"/>
              </a:ext>
            </a:extLst>
          </p:cNvPr>
          <p:cNvSpPr>
            <a:spLocks noGrp="1"/>
          </p:cNvSpPr>
          <p:nvPr>
            <p:ph type="body" sz="quarter" idx="37" hasCustomPrompt="1"/>
          </p:nvPr>
        </p:nvSpPr>
        <p:spPr>
          <a:xfrm>
            <a:off x="5811083" y="3461032"/>
            <a:ext cx="2124000"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5" name="Picture Placeholder 4">
            <a:extLst>
              <a:ext uri="{FF2B5EF4-FFF2-40B4-BE49-F238E27FC236}">
                <a16:creationId xmlns="" xmlns:a16="http://schemas.microsoft.com/office/drawing/2014/main" id="{B318C64F-C963-4A3C-BB8F-999A7F7F5F88}"/>
              </a:ext>
            </a:extLst>
          </p:cNvPr>
          <p:cNvSpPr>
            <a:spLocks noGrp="1"/>
          </p:cNvSpPr>
          <p:nvPr>
            <p:ph type="pic" sz="quarter" idx="38" hasCustomPrompt="1"/>
          </p:nvPr>
        </p:nvSpPr>
        <p:spPr>
          <a:xfrm>
            <a:off x="8112825" y="2319681"/>
            <a:ext cx="1352367" cy="1352367"/>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6" name="Text Placeholder 8">
            <a:extLst>
              <a:ext uri="{FF2B5EF4-FFF2-40B4-BE49-F238E27FC236}">
                <a16:creationId xmlns="" xmlns:a16="http://schemas.microsoft.com/office/drawing/2014/main" id="{B8B9BC49-5937-4C0A-9AA6-7A7DA7F18CAF}"/>
              </a:ext>
            </a:extLst>
          </p:cNvPr>
          <p:cNvSpPr>
            <a:spLocks noGrp="1"/>
          </p:cNvSpPr>
          <p:nvPr>
            <p:ph type="body" sz="quarter" idx="39" hasCustomPrompt="1"/>
          </p:nvPr>
        </p:nvSpPr>
        <p:spPr>
          <a:xfrm>
            <a:off x="9647313" y="2485913"/>
            <a:ext cx="2124000" cy="701538"/>
          </a:xfrm>
        </p:spPr>
        <p:txBody>
          <a:bodyPr anchor="b"/>
          <a:lstStyle>
            <a:lvl1pPr marL="0" indent="0" algn="l">
              <a:buFont typeface="Arial" panose="020B0604020202020204" pitchFamily="34" charset="0"/>
              <a:buNone/>
              <a:defRPr sz="2400"/>
            </a:lvl1pPr>
          </a:lstStyle>
          <a:p>
            <a:pPr lvl="0"/>
            <a:r>
              <a:rPr lang="en-US" noProof="0"/>
              <a:t>Name</a:t>
            </a:r>
          </a:p>
        </p:txBody>
      </p:sp>
      <p:sp>
        <p:nvSpPr>
          <p:cNvPr id="47" name="Text Placeholder 10">
            <a:extLst>
              <a:ext uri="{FF2B5EF4-FFF2-40B4-BE49-F238E27FC236}">
                <a16:creationId xmlns="" xmlns:a16="http://schemas.microsoft.com/office/drawing/2014/main" id="{8020B4D6-002F-4FA9-BF1D-FC56D9A06F28}"/>
              </a:ext>
            </a:extLst>
          </p:cNvPr>
          <p:cNvSpPr>
            <a:spLocks noGrp="1"/>
          </p:cNvSpPr>
          <p:nvPr>
            <p:ph type="body" sz="quarter" idx="40" hasCustomPrompt="1"/>
          </p:nvPr>
        </p:nvSpPr>
        <p:spPr>
          <a:xfrm>
            <a:off x="9647313" y="3904988"/>
            <a:ext cx="2124000" cy="1800000"/>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8" name="Text Placeholder 8">
            <a:extLst>
              <a:ext uri="{FF2B5EF4-FFF2-40B4-BE49-F238E27FC236}">
                <a16:creationId xmlns="" xmlns:a16="http://schemas.microsoft.com/office/drawing/2014/main" id="{93C1946C-7118-4BF3-8EE8-B0944465F49A}"/>
              </a:ext>
            </a:extLst>
          </p:cNvPr>
          <p:cNvSpPr>
            <a:spLocks noGrp="1"/>
          </p:cNvSpPr>
          <p:nvPr>
            <p:ph type="body" sz="quarter" idx="41" hasCustomPrompt="1"/>
          </p:nvPr>
        </p:nvSpPr>
        <p:spPr>
          <a:xfrm>
            <a:off x="9647313" y="3461032"/>
            <a:ext cx="2124000"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Tree>
    <p:extLst>
      <p:ext uri="{BB962C8B-B14F-4D97-AF65-F5344CB8AC3E}">
        <p14:creationId xmlns:p14="http://schemas.microsoft.com/office/powerpoint/2010/main" val="1638949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a:xfrm>
            <a:off x="432000" y="432000"/>
            <a:ext cx="11340000" cy="432000"/>
          </a:xfrm>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6" name="Text Placeholder 5">
            <a:extLst>
              <a:ext uri="{FF2B5EF4-FFF2-40B4-BE49-F238E27FC236}">
                <a16:creationId xmlns="" xmlns:a16="http://schemas.microsoft.com/office/drawing/2014/main" id="{3509F9E9-0483-4A79-B997-B23DAC1644C1}"/>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49" name="Text Placeholder 8">
            <a:extLst>
              <a:ext uri="{FF2B5EF4-FFF2-40B4-BE49-F238E27FC236}">
                <a16:creationId xmlns="" xmlns:a16="http://schemas.microsoft.com/office/drawing/2014/main" id="{305CEEFA-58BB-4AFA-AD31-BEE38B013E00}"/>
              </a:ext>
            </a:extLst>
          </p:cNvPr>
          <p:cNvSpPr>
            <a:spLocks noGrp="1"/>
          </p:cNvSpPr>
          <p:nvPr>
            <p:ph type="body" sz="quarter" idx="17" hasCustomPrompt="1"/>
          </p:nvPr>
        </p:nvSpPr>
        <p:spPr>
          <a:xfrm>
            <a:off x="431800"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50" name="Text Placeholder 10">
            <a:extLst>
              <a:ext uri="{FF2B5EF4-FFF2-40B4-BE49-F238E27FC236}">
                <a16:creationId xmlns="" xmlns:a16="http://schemas.microsoft.com/office/drawing/2014/main" id="{BEEE40C3-341F-4063-8D33-B1328863FB30}"/>
              </a:ext>
            </a:extLst>
          </p:cNvPr>
          <p:cNvSpPr>
            <a:spLocks noGrp="1"/>
          </p:cNvSpPr>
          <p:nvPr>
            <p:ph type="body" sz="quarter" idx="18" hasCustomPrompt="1"/>
          </p:nvPr>
        </p:nvSpPr>
        <p:spPr>
          <a:xfrm>
            <a:off x="431800"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1" name="Text Placeholder 8">
            <a:extLst>
              <a:ext uri="{FF2B5EF4-FFF2-40B4-BE49-F238E27FC236}">
                <a16:creationId xmlns="" xmlns:a16="http://schemas.microsoft.com/office/drawing/2014/main" id="{D09CE291-B951-4300-9D67-154E4BB557EC}"/>
              </a:ext>
            </a:extLst>
          </p:cNvPr>
          <p:cNvSpPr>
            <a:spLocks noGrp="1"/>
          </p:cNvSpPr>
          <p:nvPr>
            <p:ph type="body" sz="quarter" idx="33" hasCustomPrompt="1"/>
          </p:nvPr>
        </p:nvSpPr>
        <p:spPr>
          <a:xfrm>
            <a:off x="2375703"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52" name="Text Placeholder 10">
            <a:extLst>
              <a:ext uri="{FF2B5EF4-FFF2-40B4-BE49-F238E27FC236}">
                <a16:creationId xmlns="" xmlns:a16="http://schemas.microsoft.com/office/drawing/2014/main" id="{0D3A393C-4D8C-49BC-934D-B57BE1B28405}"/>
              </a:ext>
            </a:extLst>
          </p:cNvPr>
          <p:cNvSpPr>
            <a:spLocks noGrp="1"/>
          </p:cNvSpPr>
          <p:nvPr>
            <p:ph type="body" sz="quarter" idx="34" hasCustomPrompt="1"/>
          </p:nvPr>
        </p:nvSpPr>
        <p:spPr>
          <a:xfrm>
            <a:off x="2375703"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3" name="Text Placeholder 8">
            <a:extLst>
              <a:ext uri="{FF2B5EF4-FFF2-40B4-BE49-F238E27FC236}">
                <a16:creationId xmlns="" xmlns:a16="http://schemas.microsoft.com/office/drawing/2014/main" id="{08906184-3520-4606-AF8B-59ECFFA6D756}"/>
              </a:ext>
            </a:extLst>
          </p:cNvPr>
          <p:cNvSpPr>
            <a:spLocks noGrp="1"/>
          </p:cNvSpPr>
          <p:nvPr>
            <p:ph type="body" sz="quarter" idx="35" hasCustomPrompt="1"/>
          </p:nvPr>
        </p:nvSpPr>
        <p:spPr>
          <a:xfrm>
            <a:off x="4319606"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54" name="Text Placeholder 10">
            <a:extLst>
              <a:ext uri="{FF2B5EF4-FFF2-40B4-BE49-F238E27FC236}">
                <a16:creationId xmlns="" xmlns:a16="http://schemas.microsoft.com/office/drawing/2014/main" id="{8A64BEB9-7FB0-4DF9-BFE9-62016E83E890}"/>
              </a:ext>
            </a:extLst>
          </p:cNvPr>
          <p:cNvSpPr>
            <a:spLocks noGrp="1"/>
          </p:cNvSpPr>
          <p:nvPr>
            <p:ph type="body" sz="quarter" idx="36" hasCustomPrompt="1"/>
          </p:nvPr>
        </p:nvSpPr>
        <p:spPr>
          <a:xfrm>
            <a:off x="4319606"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5" name="Text Placeholder 8">
            <a:extLst>
              <a:ext uri="{FF2B5EF4-FFF2-40B4-BE49-F238E27FC236}">
                <a16:creationId xmlns="" xmlns:a16="http://schemas.microsoft.com/office/drawing/2014/main" id="{4CCC1C98-37FD-4404-8383-72ED535FE578}"/>
              </a:ext>
            </a:extLst>
          </p:cNvPr>
          <p:cNvSpPr>
            <a:spLocks noGrp="1"/>
          </p:cNvSpPr>
          <p:nvPr>
            <p:ph type="body" sz="quarter" idx="37" hasCustomPrompt="1"/>
          </p:nvPr>
        </p:nvSpPr>
        <p:spPr>
          <a:xfrm>
            <a:off x="6263509"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56" name="Text Placeholder 10">
            <a:extLst>
              <a:ext uri="{FF2B5EF4-FFF2-40B4-BE49-F238E27FC236}">
                <a16:creationId xmlns="" xmlns:a16="http://schemas.microsoft.com/office/drawing/2014/main" id="{B24BD1AE-AB0E-40FA-AEA8-8D687D84B56E}"/>
              </a:ext>
            </a:extLst>
          </p:cNvPr>
          <p:cNvSpPr>
            <a:spLocks noGrp="1"/>
          </p:cNvSpPr>
          <p:nvPr>
            <p:ph type="body" sz="quarter" idx="38" hasCustomPrompt="1"/>
          </p:nvPr>
        </p:nvSpPr>
        <p:spPr>
          <a:xfrm>
            <a:off x="6263509"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7" name="Text Placeholder 8">
            <a:extLst>
              <a:ext uri="{FF2B5EF4-FFF2-40B4-BE49-F238E27FC236}">
                <a16:creationId xmlns="" xmlns:a16="http://schemas.microsoft.com/office/drawing/2014/main" id="{CA2F0EA7-F3F7-443F-BA0D-4916B618C56B}"/>
              </a:ext>
            </a:extLst>
          </p:cNvPr>
          <p:cNvSpPr>
            <a:spLocks noGrp="1"/>
          </p:cNvSpPr>
          <p:nvPr>
            <p:ph type="body" sz="quarter" idx="39" hasCustomPrompt="1"/>
          </p:nvPr>
        </p:nvSpPr>
        <p:spPr>
          <a:xfrm>
            <a:off x="8207412"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 xmlns:a16="http://schemas.microsoft.com/office/drawing/2014/main" id="{2BB6E6C3-1F6A-41B6-8EE0-6FDCBA34413C}"/>
              </a:ext>
            </a:extLst>
          </p:cNvPr>
          <p:cNvSpPr>
            <a:spLocks noGrp="1"/>
          </p:cNvSpPr>
          <p:nvPr>
            <p:ph type="body" sz="quarter" idx="40" hasCustomPrompt="1"/>
          </p:nvPr>
        </p:nvSpPr>
        <p:spPr>
          <a:xfrm>
            <a:off x="8207412"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16" name="Picture Placeholder 15">
            <a:extLst>
              <a:ext uri="{FF2B5EF4-FFF2-40B4-BE49-F238E27FC236}">
                <a16:creationId xmlns="" xmlns:a16="http://schemas.microsoft.com/office/drawing/2014/main" id="{B2738624-9DAA-4152-9A77-80BBB71AD5F1}"/>
              </a:ext>
            </a:extLst>
          </p:cNvPr>
          <p:cNvSpPr>
            <a:spLocks noGrp="1"/>
          </p:cNvSpPr>
          <p:nvPr>
            <p:ph type="pic" sz="quarter" idx="41"/>
          </p:nvPr>
        </p:nvSpPr>
        <p:spPr>
          <a:xfrm>
            <a:off x="431800"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59" name="Picture Placeholder 15">
            <a:extLst>
              <a:ext uri="{FF2B5EF4-FFF2-40B4-BE49-F238E27FC236}">
                <a16:creationId xmlns="" xmlns:a16="http://schemas.microsoft.com/office/drawing/2014/main" id="{522AE46C-0845-4BB0-9861-06071BCF56F6}"/>
              </a:ext>
            </a:extLst>
          </p:cNvPr>
          <p:cNvSpPr>
            <a:spLocks noGrp="1"/>
          </p:cNvSpPr>
          <p:nvPr>
            <p:ph type="pic" sz="quarter" idx="42"/>
          </p:nvPr>
        </p:nvSpPr>
        <p:spPr>
          <a:xfrm>
            <a:off x="2375703"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0" name="Picture Placeholder 15">
            <a:extLst>
              <a:ext uri="{FF2B5EF4-FFF2-40B4-BE49-F238E27FC236}">
                <a16:creationId xmlns="" xmlns:a16="http://schemas.microsoft.com/office/drawing/2014/main" id="{D791A6AF-478F-443B-A785-F82A8DBA9F30}"/>
              </a:ext>
            </a:extLst>
          </p:cNvPr>
          <p:cNvSpPr>
            <a:spLocks noGrp="1"/>
          </p:cNvSpPr>
          <p:nvPr>
            <p:ph type="pic" sz="quarter" idx="43"/>
          </p:nvPr>
        </p:nvSpPr>
        <p:spPr>
          <a:xfrm>
            <a:off x="4319606"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1" name="Picture Placeholder 15">
            <a:extLst>
              <a:ext uri="{FF2B5EF4-FFF2-40B4-BE49-F238E27FC236}">
                <a16:creationId xmlns="" xmlns:a16="http://schemas.microsoft.com/office/drawing/2014/main" id="{1A65AFE9-2875-44A5-BF13-6E8438892669}"/>
              </a:ext>
            </a:extLst>
          </p:cNvPr>
          <p:cNvSpPr>
            <a:spLocks noGrp="1"/>
          </p:cNvSpPr>
          <p:nvPr>
            <p:ph type="pic" sz="quarter" idx="44"/>
          </p:nvPr>
        </p:nvSpPr>
        <p:spPr>
          <a:xfrm>
            <a:off x="6263509"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62" name="Picture Placeholder 15">
            <a:extLst>
              <a:ext uri="{FF2B5EF4-FFF2-40B4-BE49-F238E27FC236}">
                <a16:creationId xmlns="" xmlns:a16="http://schemas.microsoft.com/office/drawing/2014/main" id="{069B9167-077F-4123-82C5-01EB62AFB3E6}"/>
              </a:ext>
            </a:extLst>
          </p:cNvPr>
          <p:cNvSpPr>
            <a:spLocks noGrp="1"/>
          </p:cNvSpPr>
          <p:nvPr>
            <p:ph type="pic" sz="quarter" idx="45"/>
          </p:nvPr>
        </p:nvSpPr>
        <p:spPr>
          <a:xfrm>
            <a:off x="8207412"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21" name="Text Placeholder 8">
            <a:extLst>
              <a:ext uri="{FF2B5EF4-FFF2-40B4-BE49-F238E27FC236}">
                <a16:creationId xmlns="" xmlns:a16="http://schemas.microsoft.com/office/drawing/2014/main" id="{F9EF21D5-1862-4F5B-86BF-B76AF2A72B32}"/>
              </a:ext>
            </a:extLst>
          </p:cNvPr>
          <p:cNvSpPr>
            <a:spLocks noGrp="1"/>
          </p:cNvSpPr>
          <p:nvPr>
            <p:ph type="body" sz="quarter" idx="46" hasCustomPrompt="1"/>
          </p:nvPr>
        </p:nvSpPr>
        <p:spPr>
          <a:xfrm>
            <a:off x="10151313" y="4113808"/>
            <a:ext cx="1620000" cy="783544"/>
          </a:xfrm>
        </p:spPr>
        <p:txBody>
          <a:bodyPr/>
          <a:lstStyle>
            <a:lvl1pPr marL="0" indent="0" algn="l">
              <a:buFont typeface="Arial" panose="020B0604020202020204" pitchFamily="34" charset="0"/>
              <a:buNone/>
              <a:defRPr sz="2400"/>
            </a:lvl1pPr>
          </a:lstStyle>
          <a:p>
            <a:pPr lvl="0"/>
            <a:r>
              <a:rPr lang="en-US" noProof="0"/>
              <a:t>Full Name</a:t>
            </a:r>
          </a:p>
        </p:txBody>
      </p:sp>
      <p:sp>
        <p:nvSpPr>
          <p:cNvPr id="22" name="Text Placeholder 10">
            <a:extLst>
              <a:ext uri="{FF2B5EF4-FFF2-40B4-BE49-F238E27FC236}">
                <a16:creationId xmlns="" xmlns:a16="http://schemas.microsoft.com/office/drawing/2014/main" id="{80EC8DA4-EC6B-4362-949F-968E973A545B}"/>
              </a:ext>
            </a:extLst>
          </p:cNvPr>
          <p:cNvSpPr>
            <a:spLocks noGrp="1"/>
          </p:cNvSpPr>
          <p:nvPr>
            <p:ph type="body" sz="quarter" idx="47" hasCustomPrompt="1"/>
          </p:nvPr>
        </p:nvSpPr>
        <p:spPr>
          <a:xfrm>
            <a:off x="10151313" y="5258975"/>
            <a:ext cx="1620000" cy="720000"/>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23" name="Picture Placeholder 15">
            <a:extLst>
              <a:ext uri="{FF2B5EF4-FFF2-40B4-BE49-F238E27FC236}">
                <a16:creationId xmlns="" xmlns:a16="http://schemas.microsoft.com/office/drawing/2014/main" id="{FC64B5FD-0E87-4FAB-AFEA-D10DFED9F653}"/>
              </a:ext>
            </a:extLst>
          </p:cNvPr>
          <p:cNvSpPr>
            <a:spLocks noGrp="1"/>
          </p:cNvSpPr>
          <p:nvPr>
            <p:ph type="pic" sz="quarter" idx="48"/>
          </p:nvPr>
        </p:nvSpPr>
        <p:spPr>
          <a:xfrm>
            <a:off x="10151313" y="2246681"/>
            <a:ext cx="1620000" cy="1620000"/>
          </a:xfrm>
          <a:solidFill>
            <a:schemeClr val="bg1">
              <a:lumMod val="95000"/>
              <a:alpha val="70000"/>
            </a:schemeClr>
          </a:solidFill>
          <a:ln w="95250" cap="sq">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Tree>
    <p:extLst>
      <p:ext uri="{BB962C8B-B14F-4D97-AF65-F5344CB8AC3E}">
        <p14:creationId xmlns:p14="http://schemas.microsoft.com/office/powerpoint/2010/main" val="3462051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F5211B-014A-4E6E-98C7-FDAF7855316F}"/>
              </a:ext>
            </a:extLst>
          </p:cNvPr>
          <p:cNvSpPr>
            <a:spLocks noGrp="1"/>
          </p:cNvSpPr>
          <p:nvPr>
            <p:ph type="title"/>
          </p:nvPr>
        </p:nvSpPr>
        <p:spPr/>
        <p:txBody>
          <a:bodyPr/>
          <a:lstStyle/>
          <a:p>
            <a:r>
              <a:rPr lang="en-US" noProof="0" smtClean="0"/>
              <a:t>Click to edit Master title style</a:t>
            </a:r>
            <a:endParaRPr lang="en-US" noProof="0"/>
          </a:p>
        </p:txBody>
      </p:sp>
      <p:sp>
        <p:nvSpPr>
          <p:cNvPr id="6" name="Footer Placeholder 5">
            <a:extLst>
              <a:ext uri="{FF2B5EF4-FFF2-40B4-BE49-F238E27FC236}">
                <a16:creationId xmlns="" xmlns:a16="http://schemas.microsoft.com/office/drawing/2014/main" id="{5356FC21-A32D-44DC-BED7-08CEBB3B9090}"/>
              </a:ext>
            </a:extLst>
          </p:cNvPr>
          <p:cNvSpPr>
            <a:spLocks noGrp="1"/>
          </p:cNvSpPr>
          <p:nvPr>
            <p:ph type="ftr" sz="quarter" idx="10"/>
          </p:nvPr>
        </p:nvSpPr>
        <p:spPr/>
        <p:txBody>
          <a:bodyPr/>
          <a:lstStyle/>
          <a:p>
            <a:r>
              <a:rPr lang="en-US" noProof="0" dirty="0"/>
              <a:t>Add a footer</a:t>
            </a:r>
          </a:p>
        </p:txBody>
      </p:sp>
      <p:sp>
        <p:nvSpPr>
          <p:cNvPr id="7" name="Slide Number Placeholder 6">
            <a:extLst>
              <a:ext uri="{FF2B5EF4-FFF2-40B4-BE49-F238E27FC236}">
                <a16:creationId xmlns="" xmlns:a16="http://schemas.microsoft.com/office/drawing/2014/main" id="{FC0C6D2B-0FF5-4A5F-A062-480FFA6DA09A}"/>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5" name="Text Placeholder 5">
            <a:extLst>
              <a:ext uri="{FF2B5EF4-FFF2-40B4-BE49-F238E27FC236}">
                <a16:creationId xmlns="" xmlns:a16="http://schemas.microsoft.com/office/drawing/2014/main" id="{91612B32-057C-422E-8B4A-7B464DE04A79}"/>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434267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Tree>
    <p:extLst>
      <p:ext uri="{BB962C8B-B14F-4D97-AF65-F5344CB8AC3E}">
        <p14:creationId xmlns:p14="http://schemas.microsoft.com/office/powerpoint/2010/main" val="3059284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 xmlns:a16="http://schemas.microsoft.com/office/drawing/2014/main" id="{582A4E56-DEE9-4FB2-89FF-0F12DB08ADCA}"/>
              </a:ext>
            </a:extLst>
          </p:cNvPr>
          <p:cNvSpPr>
            <a:spLocks noGrp="1"/>
          </p:cNvSpPr>
          <p:nvPr>
            <p:ph type="ftr" sz="quarter" idx="10"/>
          </p:nvPr>
        </p:nvSpPr>
        <p:spPr/>
        <p:txBody>
          <a:bodyPr/>
          <a:lstStyle/>
          <a:p>
            <a:r>
              <a:rPr lang="en-US" noProof="0" dirty="0"/>
              <a:t>Add a footer</a:t>
            </a:r>
          </a:p>
        </p:txBody>
      </p:sp>
      <p:sp>
        <p:nvSpPr>
          <p:cNvPr id="6" name="Slide Number Placeholder 5">
            <a:extLst>
              <a:ext uri="{FF2B5EF4-FFF2-40B4-BE49-F238E27FC236}">
                <a16:creationId xmlns="" xmlns:a16="http://schemas.microsoft.com/office/drawing/2014/main" id="{CA8525B7-4C8D-4482-98E3-A68789AAB0CF}"/>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Tree>
    <p:extLst>
      <p:ext uri="{BB962C8B-B14F-4D97-AF65-F5344CB8AC3E}">
        <p14:creationId xmlns:p14="http://schemas.microsoft.com/office/powerpoint/2010/main" val="1760238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bg1">
            <a:lumMod val="95000"/>
          </a:schemeClr>
        </a:solidFill>
        <a:effectLst/>
      </p:bgPr>
    </p:bg>
    <p:spTree>
      <p:nvGrpSpPr>
        <p:cNvPr id="1" name=""/>
        <p:cNvGrpSpPr/>
        <p:nvPr/>
      </p:nvGrpSpPr>
      <p:grpSpPr>
        <a:xfrm>
          <a:off x="0" y="0"/>
          <a:ext cx="0" cy="0"/>
          <a:chOff x="0" y="0"/>
          <a:chExt cx="0" cy="0"/>
        </a:xfrm>
      </p:grpSpPr>
      <p:sp>
        <p:nvSpPr>
          <p:cNvPr id="14" name="Picture Placeholder 9">
            <a:extLst>
              <a:ext uri="{FF2B5EF4-FFF2-40B4-BE49-F238E27FC236}">
                <a16:creationId xmlns="" xmlns:a16="http://schemas.microsoft.com/office/drawing/2014/main" id="{FF978957-D101-43B4-A717-19B1820B4F1A}"/>
              </a:ext>
            </a:extLst>
          </p:cNvPr>
          <p:cNvSpPr>
            <a:spLocks noGrp="1"/>
          </p:cNvSpPr>
          <p:nvPr>
            <p:ph type="pic" sz="quarter" idx="10" hasCustomPrompt="1"/>
          </p:nvPr>
        </p:nvSpPr>
        <p:spPr>
          <a:xfrm>
            <a:off x="0" y="0"/>
            <a:ext cx="12192000" cy="6786563"/>
          </a:xfrm>
          <a:solidFill>
            <a:schemeClr val="tx1">
              <a:lumMod val="75000"/>
              <a:lumOff val="25000"/>
            </a:schemeClr>
          </a:solidFill>
        </p:spPr>
        <p:txBody>
          <a:bodyPr lIns="1044000" rIns="0" anchor="ctr"/>
          <a:lstStyle>
            <a:lvl1pPr marL="0" indent="0" algn="l">
              <a:buNone/>
              <a:defRPr sz="1100" i="1">
                <a:solidFill>
                  <a:schemeClr val="bg1">
                    <a:lumMod val="95000"/>
                  </a:schemeClr>
                </a:solidFill>
                <a:latin typeface="Times New Roman" panose="02020603050405020304" pitchFamily="18" charset="0"/>
                <a:cs typeface="Times New Roman" panose="02020603050405020304" pitchFamily="18" charset="0"/>
              </a:defRPr>
            </a:lvl1pPr>
          </a:lstStyle>
          <a:p>
            <a:r>
              <a:rPr lang="en-US" noProof="0" dirty="0"/>
              <a:t>Insert or Drag and Drop your Photo Here </a:t>
            </a:r>
          </a:p>
        </p:txBody>
      </p:sp>
      <p:sp>
        <p:nvSpPr>
          <p:cNvPr id="9" name="Rectangle 8">
            <a:extLst>
              <a:ext uri="{FF2B5EF4-FFF2-40B4-BE49-F238E27FC236}">
                <a16:creationId xmlns="" xmlns:a16="http://schemas.microsoft.com/office/drawing/2014/main" id="{84DD3616-4E40-4CE5-88C8-2AF6E47D2086}"/>
              </a:ext>
            </a:extLst>
          </p:cNvPr>
          <p:cNvSpPr/>
          <p:nvPr userDrawn="1"/>
        </p:nvSpPr>
        <p:spPr>
          <a:xfrm>
            <a:off x="6336000" y="0"/>
            <a:ext cx="3979575" cy="6786563"/>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 xmlns:a16="http://schemas.microsoft.com/office/drawing/2014/main" id="{1EA3B184-0AF0-4DF5-B2BD-E6D1806BE1BF}"/>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 xmlns:a16="http://schemas.microsoft.com/office/drawing/2014/main" id="{B8FC9062-5711-4550-8470-F1324E804FFF}"/>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 xmlns:a16="http://schemas.microsoft.com/office/drawing/2014/main" id="{DC433A2F-8949-4AAC-AE96-175254493AF4}"/>
              </a:ext>
            </a:extLst>
          </p:cNvPr>
          <p:cNvSpPr/>
          <p:nvPr userDrawn="1"/>
        </p:nvSpPr>
        <p:spPr>
          <a:xfrm>
            <a:off x="6336000" y="0"/>
            <a:ext cx="3979575"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hasCustomPrompt="1"/>
          </p:nvPr>
        </p:nvSpPr>
        <p:spPr>
          <a:xfrm>
            <a:off x="6539896" y="2377000"/>
            <a:ext cx="3571782" cy="2387600"/>
          </a:xfrm>
        </p:spPr>
        <p:txBody>
          <a:bodyPr anchor="b"/>
          <a:lstStyle>
            <a:lvl1pPr algn="l">
              <a:defRPr sz="5400" spc="-300">
                <a:solidFill>
                  <a:schemeClr val="bg1"/>
                </a:solidFill>
              </a:defRPr>
            </a:lvl1pPr>
          </a:lstStyle>
          <a:p>
            <a:r>
              <a:rPr lang="en-US" noProof="0"/>
              <a:t>Thank You</a:t>
            </a:r>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hasCustomPrompt="1"/>
          </p:nvPr>
        </p:nvSpPr>
        <p:spPr>
          <a:xfrm>
            <a:off x="6905624" y="5057775"/>
            <a:ext cx="3206053" cy="247650"/>
          </a:xfrm>
        </p:spPr>
        <p:txBody>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5" name="Text Placeholder 4">
            <a:extLst>
              <a:ext uri="{FF2B5EF4-FFF2-40B4-BE49-F238E27FC236}">
                <a16:creationId xmlns="" xmlns:a16="http://schemas.microsoft.com/office/drawing/2014/main" id="{99EABB85-2AAF-4939-BDF4-E3CF2F31B32F}"/>
              </a:ext>
            </a:extLst>
          </p:cNvPr>
          <p:cNvSpPr>
            <a:spLocks noGrp="1"/>
          </p:cNvSpPr>
          <p:nvPr>
            <p:ph type="body" sz="quarter" idx="12" hasCustomPrompt="1"/>
          </p:nvPr>
        </p:nvSpPr>
        <p:spPr>
          <a:xfrm>
            <a:off x="6905625" y="5400675"/>
            <a:ext cx="3206750" cy="247650"/>
          </a:xfrm>
        </p:spPr>
        <p:txBody>
          <a:bodyPr vert="horz" lIns="0" tIns="0" rIns="0" bIns="0" rtlCol="0">
            <a:noAutofit/>
          </a:bodyPr>
          <a:lstStyle>
            <a:lvl1pPr marL="0" indent="0">
              <a:buNone/>
              <a:defRPr lang="en-US" sz="1400" dirty="0" smtClean="0">
                <a:solidFill>
                  <a:schemeClr val="bg1"/>
                </a:solidFill>
              </a:defRPr>
            </a:lvl1pPr>
            <a:lvl2pPr>
              <a:defRPr lang="en-US" sz="2000" dirty="0" smtClean="0"/>
            </a:lvl2pPr>
            <a:lvl3pPr>
              <a:defRPr lang="en-US" sz="1800" dirty="0" smtClean="0"/>
            </a:lvl3pPr>
            <a:lvl4pPr>
              <a:defRPr lang="en-US" sz="1600" dirty="0" smtClean="0"/>
            </a:lvl4pPr>
            <a:lvl5pPr>
              <a:defRPr lang="en-ZA" sz="1600" dirty="0"/>
            </a:lvl5pPr>
          </a:lstStyle>
          <a:p>
            <a:pPr marL="266700" lvl="0" indent="-266700"/>
            <a:r>
              <a:rPr lang="en-US" noProof="0"/>
              <a:t>Contact Number</a:t>
            </a:r>
          </a:p>
        </p:txBody>
      </p:sp>
      <p:sp>
        <p:nvSpPr>
          <p:cNvPr id="10" name="Text Placeholder 9">
            <a:extLst>
              <a:ext uri="{FF2B5EF4-FFF2-40B4-BE49-F238E27FC236}">
                <a16:creationId xmlns="" xmlns:a16="http://schemas.microsoft.com/office/drawing/2014/main" id="{04E7DF27-55E9-4F17-91D3-29228A4020F3}"/>
              </a:ext>
            </a:extLst>
          </p:cNvPr>
          <p:cNvSpPr>
            <a:spLocks noGrp="1"/>
          </p:cNvSpPr>
          <p:nvPr>
            <p:ph type="body" sz="quarter" idx="13" hasCustomPrompt="1"/>
          </p:nvPr>
        </p:nvSpPr>
        <p:spPr>
          <a:xfrm>
            <a:off x="6905625" y="5751513"/>
            <a:ext cx="3206750" cy="247650"/>
          </a:xfrm>
        </p:spPr>
        <p:txBody>
          <a:bodyPr vert="horz" lIns="0" tIns="0" rIns="0" bIns="0" rtlCol="0">
            <a:noAutofit/>
          </a:bodyPr>
          <a:lstStyle>
            <a:lvl1pPr marL="0" indent="0">
              <a:buNone/>
              <a:defRPr lang="en-US" sz="1400" smtClean="0">
                <a:solidFill>
                  <a:schemeClr val="bg1"/>
                </a:solidFill>
              </a:defRPr>
            </a:lvl1pPr>
            <a:lvl2pPr>
              <a:defRPr lang="en-US" sz="2000" smtClean="0"/>
            </a:lvl2pPr>
            <a:lvl3pPr>
              <a:defRPr lang="en-US" sz="1800" smtClean="0"/>
            </a:lvl3pPr>
            <a:lvl4pPr>
              <a:defRPr lang="en-US" sz="1600" smtClean="0"/>
            </a:lvl4pPr>
            <a:lvl5pPr>
              <a:defRPr lang="en-ZA" sz="1600"/>
            </a:lvl5pPr>
          </a:lstStyle>
          <a:p>
            <a:pPr marL="266700" lvl="0" indent="-266700"/>
            <a:r>
              <a:rPr lang="en-US" noProof="0"/>
              <a:t>Email or Social Media Handle</a:t>
            </a:r>
          </a:p>
        </p:txBody>
      </p:sp>
    </p:spTree>
    <p:extLst>
      <p:ext uri="{BB962C8B-B14F-4D97-AF65-F5344CB8AC3E}">
        <p14:creationId xmlns:p14="http://schemas.microsoft.com/office/powerpoint/2010/main" val="4100815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bile App Previews">
    <p:spTree>
      <p:nvGrpSpPr>
        <p:cNvPr id="1" name=""/>
        <p:cNvGrpSpPr/>
        <p:nvPr/>
      </p:nvGrpSpPr>
      <p:grpSpPr>
        <a:xfrm>
          <a:off x="0" y="0"/>
          <a:ext cx="0" cy="0"/>
          <a:chOff x="0" y="0"/>
          <a:chExt cx="0" cy="0"/>
        </a:xfrm>
      </p:grpSpPr>
      <p:pic>
        <p:nvPicPr>
          <p:cNvPr id="8" name="Picture 7" descr="Screen of a cell phone&#10;&#10;Description generated with high confidence">
            <a:extLst>
              <a:ext uri="{FF2B5EF4-FFF2-40B4-BE49-F238E27FC236}">
                <a16:creationId xmlns="" xmlns:a16="http://schemas.microsoft.com/office/drawing/2014/main" id="{68055F11-596F-47BF-A832-A501EC346C2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33307" y="915497"/>
            <a:ext cx="4666142" cy="4684105"/>
          </a:xfrm>
          <a:prstGeom prst="rect">
            <a:avLst/>
          </a:prstGeom>
        </p:spPr>
      </p:pic>
      <p:pic>
        <p:nvPicPr>
          <p:cNvPr id="9" name="Picture 8" descr="Screen of a cell phone&#10;&#10;Description generated with high confidence">
            <a:extLst>
              <a:ext uri="{FF2B5EF4-FFF2-40B4-BE49-F238E27FC236}">
                <a16:creationId xmlns="" xmlns:a16="http://schemas.microsoft.com/office/drawing/2014/main" id="{80EBF765-2A5E-4BDA-B092-25691E4791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762929" y="915497"/>
            <a:ext cx="4666142" cy="4684105"/>
          </a:xfrm>
          <a:prstGeom prst="rect">
            <a:avLst/>
          </a:prstGeom>
        </p:spPr>
      </p:pic>
      <p:pic>
        <p:nvPicPr>
          <p:cNvPr id="10" name="Picture 9" descr="Screen of a cell phone&#10;&#10;Description generated with high confidence">
            <a:extLst>
              <a:ext uri="{FF2B5EF4-FFF2-40B4-BE49-F238E27FC236}">
                <a16:creationId xmlns="" xmlns:a16="http://schemas.microsoft.com/office/drawing/2014/main" id="{E97A6530-14B5-4A05-B7A3-7BA661FCD5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92551" y="915497"/>
            <a:ext cx="4666142" cy="4684105"/>
          </a:xfrm>
          <a:prstGeom prst="rect">
            <a:avLst/>
          </a:prstGeom>
        </p:spPr>
      </p:pic>
      <p:sp>
        <p:nvSpPr>
          <p:cNvPr id="2" name="Title 1">
            <a:extLst>
              <a:ext uri="{FF2B5EF4-FFF2-40B4-BE49-F238E27FC236}">
                <a16:creationId xmlns="" xmlns:a16="http://schemas.microsoft.com/office/drawing/2014/main" id="{7EF5211B-014A-4E6E-98C7-FDAF7855316F}"/>
              </a:ext>
            </a:extLst>
          </p:cNvPr>
          <p:cNvSpPr>
            <a:spLocks noGrp="1"/>
          </p:cNvSpPr>
          <p:nvPr>
            <p:ph type="title"/>
          </p:nvPr>
        </p:nvSpPr>
        <p:spPr/>
        <p:txBody>
          <a:bodyPr/>
          <a:lstStyle/>
          <a:p>
            <a:r>
              <a:rPr lang="en-US" noProof="0" smtClean="0"/>
              <a:t>Click to edit Master title style</a:t>
            </a:r>
            <a:endParaRPr lang="en-US" noProof="0"/>
          </a:p>
        </p:txBody>
      </p:sp>
      <p:sp>
        <p:nvSpPr>
          <p:cNvPr id="6" name="Footer Placeholder 5">
            <a:extLst>
              <a:ext uri="{FF2B5EF4-FFF2-40B4-BE49-F238E27FC236}">
                <a16:creationId xmlns="" xmlns:a16="http://schemas.microsoft.com/office/drawing/2014/main" id="{5356FC21-A32D-44DC-BED7-08CEBB3B9090}"/>
              </a:ext>
            </a:extLst>
          </p:cNvPr>
          <p:cNvSpPr>
            <a:spLocks noGrp="1"/>
          </p:cNvSpPr>
          <p:nvPr>
            <p:ph type="ftr" sz="quarter" idx="10"/>
          </p:nvPr>
        </p:nvSpPr>
        <p:spPr/>
        <p:txBody>
          <a:bodyPr/>
          <a:lstStyle/>
          <a:p>
            <a:r>
              <a:rPr lang="en-US" noProof="0" dirty="0"/>
              <a:t>Add a footer</a:t>
            </a:r>
          </a:p>
        </p:txBody>
      </p:sp>
      <p:sp>
        <p:nvSpPr>
          <p:cNvPr id="7" name="Slide Number Placeholder 6">
            <a:extLst>
              <a:ext uri="{FF2B5EF4-FFF2-40B4-BE49-F238E27FC236}">
                <a16:creationId xmlns="" xmlns:a16="http://schemas.microsoft.com/office/drawing/2014/main" id="{FC0C6D2B-0FF5-4A5F-A062-480FFA6DA09A}"/>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1" name="Content Placeholder 3">
            <a:extLst>
              <a:ext uri="{FF2B5EF4-FFF2-40B4-BE49-F238E27FC236}">
                <a16:creationId xmlns="" xmlns:a16="http://schemas.microsoft.com/office/drawing/2014/main" id="{47EC9494-5A42-419D-AADF-96EF1EFD7B64}"/>
              </a:ext>
            </a:extLst>
          </p:cNvPr>
          <p:cNvSpPr>
            <a:spLocks noGrp="1"/>
          </p:cNvSpPr>
          <p:nvPr>
            <p:ph sz="half" idx="2" hasCustomPrompt="1"/>
          </p:nvPr>
        </p:nvSpPr>
        <p:spPr>
          <a:xfrm>
            <a:off x="1615505" y="5752808"/>
            <a:ext cx="1980000" cy="548945"/>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Mockup Details</a:t>
            </a:r>
          </a:p>
        </p:txBody>
      </p:sp>
      <p:sp>
        <p:nvSpPr>
          <p:cNvPr id="12" name="Text Placeholder 11">
            <a:extLst>
              <a:ext uri="{FF2B5EF4-FFF2-40B4-BE49-F238E27FC236}">
                <a16:creationId xmlns="" xmlns:a16="http://schemas.microsoft.com/office/drawing/2014/main" id="{CE2D3309-00A3-42D9-8706-6F2A6AD3BB04}"/>
              </a:ext>
            </a:extLst>
          </p:cNvPr>
          <p:cNvSpPr>
            <a:spLocks noGrp="1"/>
          </p:cNvSpPr>
          <p:nvPr>
            <p:ph type="body" sz="quarter" idx="14" hasCustomPrompt="1"/>
          </p:nvPr>
        </p:nvSpPr>
        <p:spPr>
          <a:xfrm>
            <a:off x="1615505" y="5291099"/>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Mockup Name</a:t>
            </a:r>
          </a:p>
        </p:txBody>
      </p:sp>
      <p:sp>
        <p:nvSpPr>
          <p:cNvPr id="13" name="Content Placeholder 3">
            <a:extLst>
              <a:ext uri="{FF2B5EF4-FFF2-40B4-BE49-F238E27FC236}">
                <a16:creationId xmlns="" xmlns:a16="http://schemas.microsoft.com/office/drawing/2014/main" id="{94E4C70C-AC1E-4EDE-B2C1-23A54123479F}"/>
              </a:ext>
            </a:extLst>
          </p:cNvPr>
          <p:cNvSpPr>
            <a:spLocks noGrp="1"/>
          </p:cNvSpPr>
          <p:nvPr>
            <p:ph sz="half" idx="15" hasCustomPrompt="1"/>
          </p:nvPr>
        </p:nvSpPr>
        <p:spPr>
          <a:xfrm>
            <a:off x="5177148" y="5752808"/>
            <a:ext cx="1980000" cy="548945"/>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Mockup Details</a:t>
            </a:r>
          </a:p>
        </p:txBody>
      </p:sp>
      <p:sp>
        <p:nvSpPr>
          <p:cNvPr id="14" name="Text Placeholder 11">
            <a:extLst>
              <a:ext uri="{FF2B5EF4-FFF2-40B4-BE49-F238E27FC236}">
                <a16:creationId xmlns="" xmlns:a16="http://schemas.microsoft.com/office/drawing/2014/main" id="{14B1BB7D-C6D3-4D9C-A235-6CBB5A13EEC6}"/>
              </a:ext>
            </a:extLst>
          </p:cNvPr>
          <p:cNvSpPr>
            <a:spLocks noGrp="1"/>
          </p:cNvSpPr>
          <p:nvPr>
            <p:ph type="body" sz="quarter" idx="16" hasCustomPrompt="1"/>
          </p:nvPr>
        </p:nvSpPr>
        <p:spPr>
          <a:xfrm>
            <a:off x="5177148" y="5291099"/>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Mockup Name</a:t>
            </a:r>
          </a:p>
        </p:txBody>
      </p:sp>
      <p:sp>
        <p:nvSpPr>
          <p:cNvPr id="15" name="Content Placeholder 3">
            <a:extLst>
              <a:ext uri="{FF2B5EF4-FFF2-40B4-BE49-F238E27FC236}">
                <a16:creationId xmlns="" xmlns:a16="http://schemas.microsoft.com/office/drawing/2014/main" id="{718515F4-6451-4FB7-ACE4-5D9C2CD207A4}"/>
              </a:ext>
            </a:extLst>
          </p:cNvPr>
          <p:cNvSpPr>
            <a:spLocks noGrp="1"/>
          </p:cNvSpPr>
          <p:nvPr>
            <p:ph sz="half" idx="17" hasCustomPrompt="1"/>
          </p:nvPr>
        </p:nvSpPr>
        <p:spPr>
          <a:xfrm>
            <a:off x="8699878" y="5752808"/>
            <a:ext cx="1980000" cy="548945"/>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Mockup Details</a:t>
            </a:r>
          </a:p>
        </p:txBody>
      </p:sp>
      <p:sp>
        <p:nvSpPr>
          <p:cNvPr id="16" name="Text Placeholder 11">
            <a:extLst>
              <a:ext uri="{FF2B5EF4-FFF2-40B4-BE49-F238E27FC236}">
                <a16:creationId xmlns="" xmlns:a16="http://schemas.microsoft.com/office/drawing/2014/main" id="{B362C889-34FC-4EB1-967B-DC98349082CB}"/>
              </a:ext>
            </a:extLst>
          </p:cNvPr>
          <p:cNvSpPr>
            <a:spLocks noGrp="1"/>
          </p:cNvSpPr>
          <p:nvPr>
            <p:ph type="body" sz="quarter" idx="18" hasCustomPrompt="1"/>
          </p:nvPr>
        </p:nvSpPr>
        <p:spPr>
          <a:xfrm>
            <a:off x="8699878" y="5291099"/>
            <a:ext cx="1980000" cy="360000"/>
          </a:xfrm>
        </p:spPr>
        <p:txBody>
          <a:bodyPr/>
          <a:lstStyle>
            <a:lvl1pPr marL="0" indent="0" algn="ctr">
              <a:buFont typeface="Arial" panose="020B0604020202020204" pitchFamily="34" charset="0"/>
              <a:buNone/>
              <a:defRPr>
                <a:solidFill>
                  <a:schemeClr val="tx1">
                    <a:lumMod val="75000"/>
                    <a:lumOff val="25000"/>
                  </a:schemeClr>
                </a:solidFill>
              </a:defRPr>
            </a:lvl1pPr>
          </a:lstStyle>
          <a:p>
            <a:pPr lvl="0"/>
            <a:r>
              <a:rPr lang="en-US" noProof="0"/>
              <a:t>Mockup Name</a:t>
            </a:r>
          </a:p>
        </p:txBody>
      </p:sp>
      <p:sp>
        <p:nvSpPr>
          <p:cNvPr id="4" name="Picture Placeholder 3">
            <a:extLst>
              <a:ext uri="{FF2B5EF4-FFF2-40B4-BE49-F238E27FC236}">
                <a16:creationId xmlns="" xmlns:a16="http://schemas.microsoft.com/office/drawing/2014/main" id="{4C4EB921-BD58-4C2E-BDD5-FC8D2629829B}"/>
              </a:ext>
            </a:extLst>
          </p:cNvPr>
          <p:cNvSpPr>
            <a:spLocks noGrp="1"/>
          </p:cNvSpPr>
          <p:nvPr>
            <p:ph type="pic" sz="quarter" idx="19"/>
          </p:nvPr>
        </p:nvSpPr>
        <p:spPr>
          <a:xfrm>
            <a:off x="1751679" y="1450182"/>
            <a:ext cx="1772571" cy="3183732"/>
          </a:xfrm>
          <a:solidFill>
            <a:schemeClr val="bg1">
              <a:lumMod val="95000"/>
              <a:alpha val="70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17" name="Picture Placeholder 3">
            <a:extLst>
              <a:ext uri="{FF2B5EF4-FFF2-40B4-BE49-F238E27FC236}">
                <a16:creationId xmlns="" xmlns:a16="http://schemas.microsoft.com/office/drawing/2014/main" id="{3CB44DE3-C599-4EA7-BFDA-4E39AE89FC01}"/>
              </a:ext>
            </a:extLst>
          </p:cNvPr>
          <p:cNvSpPr>
            <a:spLocks noGrp="1"/>
          </p:cNvSpPr>
          <p:nvPr>
            <p:ph type="pic" sz="quarter" idx="20"/>
          </p:nvPr>
        </p:nvSpPr>
        <p:spPr>
          <a:xfrm>
            <a:off x="5281301" y="1450182"/>
            <a:ext cx="1772571" cy="3183732"/>
          </a:xfrm>
          <a:solidFill>
            <a:schemeClr val="bg1">
              <a:lumMod val="95000"/>
              <a:alpha val="70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
        <p:nvSpPr>
          <p:cNvPr id="18" name="Picture Placeholder 3">
            <a:extLst>
              <a:ext uri="{FF2B5EF4-FFF2-40B4-BE49-F238E27FC236}">
                <a16:creationId xmlns="" xmlns:a16="http://schemas.microsoft.com/office/drawing/2014/main" id="{A4392E45-2A0B-49BF-9952-79C42AF8DE90}"/>
              </a:ext>
            </a:extLst>
          </p:cNvPr>
          <p:cNvSpPr>
            <a:spLocks noGrp="1"/>
          </p:cNvSpPr>
          <p:nvPr>
            <p:ph type="pic" sz="quarter" idx="21"/>
          </p:nvPr>
        </p:nvSpPr>
        <p:spPr>
          <a:xfrm>
            <a:off x="8810923" y="1450182"/>
            <a:ext cx="1772571" cy="3183732"/>
          </a:xfrm>
          <a:solidFill>
            <a:schemeClr val="bg1">
              <a:lumMod val="95000"/>
              <a:alpha val="70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smtClean="0"/>
              <a:t>Click icon to add picture</a:t>
            </a:r>
            <a:endParaRPr lang="en-US" noProof="0" dirty="0"/>
          </a:p>
        </p:txBody>
      </p:sp>
    </p:spTree>
    <p:extLst>
      <p:ext uri="{BB962C8B-B14F-4D97-AF65-F5344CB8AC3E}">
        <p14:creationId xmlns:p14="http://schemas.microsoft.com/office/powerpoint/2010/main" val="12301276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stimonia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A85E10-5A18-4C86-8310-FA9CF8DF8AB5}"/>
              </a:ext>
            </a:extLst>
          </p:cNvPr>
          <p:cNvSpPr>
            <a:spLocks noGrp="1"/>
          </p:cNvSpPr>
          <p:nvPr>
            <p:ph type="title"/>
          </p:nvPr>
        </p:nvSpPr>
        <p:spPr/>
        <p:txBody>
          <a:bodyPr/>
          <a:lstStyle/>
          <a:p>
            <a:r>
              <a:rPr lang="en-US" noProof="0" smtClean="0"/>
              <a:t>Click to edit Master title style</a:t>
            </a:r>
            <a:endParaRPr lang="en-US" noProof="0"/>
          </a:p>
        </p:txBody>
      </p:sp>
      <p:sp>
        <p:nvSpPr>
          <p:cNvPr id="7" name="Footer Placeholder 6">
            <a:extLst>
              <a:ext uri="{FF2B5EF4-FFF2-40B4-BE49-F238E27FC236}">
                <a16:creationId xmlns="" xmlns:a16="http://schemas.microsoft.com/office/drawing/2014/main" id="{D2E533DB-3399-4A25-BB80-899E9CC78DB1}"/>
              </a:ext>
            </a:extLst>
          </p:cNvPr>
          <p:cNvSpPr>
            <a:spLocks noGrp="1"/>
          </p:cNvSpPr>
          <p:nvPr>
            <p:ph type="ftr" sz="quarter" idx="10"/>
          </p:nvPr>
        </p:nvSpPr>
        <p:spPr/>
        <p:txBody>
          <a:bodyPr/>
          <a:lstStyle/>
          <a:p>
            <a:r>
              <a:rPr lang="en-US" noProof="0" dirty="0"/>
              <a:t>Add a footer</a:t>
            </a:r>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6" name="Text Placeholder 5">
            <a:extLst>
              <a:ext uri="{FF2B5EF4-FFF2-40B4-BE49-F238E27FC236}">
                <a16:creationId xmlns="" xmlns:a16="http://schemas.microsoft.com/office/drawing/2014/main" id="{3509F9E9-0483-4A79-B997-B23DAC1644C1}"/>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4" name="Text Placeholder 3">
            <a:extLst>
              <a:ext uri="{FF2B5EF4-FFF2-40B4-BE49-F238E27FC236}">
                <a16:creationId xmlns="" xmlns:a16="http://schemas.microsoft.com/office/drawing/2014/main" id="{749CC2AE-E299-42B4-A2C4-357708A0054F}"/>
              </a:ext>
            </a:extLst>
          </p:cNvPr>
          <p:cNvSpPr>
            <a:spLocks noGrp="1"/>
          </p:cNvSpPr>
          <p:nvPr>
            <p:ph type="body" sz="quarter" idx="34" hasCustomPrompt="1"/>
          </p:nvPr>
        </p:nvSpPr>
        <p:spPr>
          <a:xfrm>
            <a:off x="431800" y="1836744"/>
            <a:ext cx="3541655" cy="2224950"/>
          </a:xfrm>
          <a:solidFill>
            <a:schemeClr val="bg1">
              <a:lumMod val="95000"/>
            </a:schemeClr>
          </a:solidFill>
        </p:spPr>
        <p:txBody>
          <a:bodyPr lIns="180000" tIns="180000" rIns="180000" bIns="180000" anchor="ctr"/>
          <a:lstStyle>
            <a:lvl1pPr marL="0" indent="0" algn="ctr">
              <a:buNone/>
              <a:defRPr i="0"/>
            </a:lvl1pPr>
          </a:lstStyle>
          <a:p>
            <a:pPr lvl="0"/>
            <a:r>
              <a:rPr lang="en-US" noProof="0"/>
              <a:t>Testimonial goes here</a:t>
            </a:r>
          </a:p>
        </p:txBody>
      </p:sp>
      <p:sp>
        <p:nvSpPr>
          <p:cNvPr id="9" name="Text Placeholder 8">
            <a:extLst>
              <a:ext uri="{FF2B5EF4-FFF2-40B4-BE49-F238E27FC236}">
                <a16:creationId xmlns="" xmlns:a16="http://schemas.microsoft.com/office/drawing/2014/main" id="{199551C8-D5B2-495A-97BB-0711CD8C67EC}"/>
              </a:ext>
            </a:extLst>
          </p:cNvPr>
          <p:cNvSpPr>
            <a:spLocks noGrp="1"/>
          </p:cNvSpPr>
          <p:nvPr>
            <p:ph type="body" sz="quarter" idx="13" hasCustomPrompt="1"/>
          </p:nvPr>
        </p:nvSpPr>
        <p:spPr>
          <a:xfrm>
            <a:off x="582556" y="3693626"/>
            <a:ext cx="3251132" cy="231102"/>
          </a:xfrm>
        </p:spPr>
        <p:txBody>
          <a:bodyPr anchor="t"/>
          <a:lstStyle>
            <a:lvl1pPr marL="0" indent="0" algn="r">
              <a:buFont typeface="Arial" panose="020B0604020202020204" pitchFamily="34" charset="0"/>
              <a:buNone/>
              <a:defRPr sz="1200">
                <a:solidFill>
                  <a:schemeClr val="tx1">
                    <a:lumMod val="75000"/>
                    <a:lumOff val="25000"/>
                  </a:schemeClr>
                </a:solidFill>
              </a:defRPr>
            </a:lvl1pPr>
          </a:lstStyle>
          <a:p>
            <a:pPr lvl="0"/>
            <a:r>
              <a:rPr lang="en-US" noProof="0"/>
              <a:t>Name and Title</a:t>
            </a:r>
          </a:p>
        </p:txBody>
      </p:sp>
      <p:sp>
        <p:nvSpPr>
          <p:cNvPr id="12" name="Text Placeholder 3">
            <a:extLst>
              <a:ext uri="{FF2B5EF4-FFF2-40B4-BE49-F238E27FC236}">
                <a16:creationId xmlns="" xmlns:a16="http://schemas.microsoft.com/office/drawing/2014/main" id="{03139A49-E537-4395-967A-08C997820703}"/>
              </a:ext>
            </a:extLst>
          </p:cNvPr>
          <p:cNvSpPr>
            <a:spLocks noGrp="1"/>
          </p:cNvSpPr>
          <p:nvPr>
            <p:ph type="body" sz="quarter" idx="35" hasCustomPrompt="1"/>
          </p:nvPr>
        </p:nvSpPr>
        <p:spPr>
          <a:xfrm>
            <a:off x="4325172" y="3591659"/>
            <a:ext cx="3541655" cy="2224950"/>
          </a:xfrm>
          <a:solidFill>
            <a:schemeClr val="bg1">
              <a:lumMod val="95000"/>
            </a:schemeClr>
          </a:solidFill>
        </p:spPr>
        <p:txBody>
          <a:bodyPr lIns="180000" tIns="180000" rIns="180000" bIns="180000" anchor="ctr"/>
          <a:lstStyle>
            <a:lvl1pPr marL="0" indent="0" algn="ctr">
              <a:buNone/>
              <a:defRPr i="0"/>
            </a:lvl1pPr>
          </a:lstStyle>
          <a:p>
            <a:pPr lvl="0"/>
            <a:r>
              <a:rPr lang="en-US" noProof="0"/>
              <a:t>Testimonial goes here</a:t>
            </a:r>
          </a:p>
        </p:txBody>
      </p:sp>
      <p:sp>
        <p:nvSpPr>
          <p:cNvPr id="13" name="Text Placeholder 8">
            <a:extLst>
              <a:ext uri="{FF2B5EF4-FFF2-40B4-BE49-F238E27FC236}">
                <a16:creationId xmlns="" xmlns:a16="http://schemas.microsoft.com/office/drawing/2014/main" id="{3EE1C8A1-F171-46D2-A92F-1B0E9C52B1A9}"/>
              </a:ext>
            </a:extLst>
          </p:cNvPr>
          <p:cNvSpPr>
            <a:spLocks noGrp="1"/>
          </p:cNvSpPr>
          <p:nvPr>
            <p:ph type="body" sz="quarter" idx="36" hasCustomPrompt="1"/>
          </p:nvPr>
        </p:nvSpPr>
        <p:spPr>
          <a:xfrm>
            <a:off x="4468052" y="5448541"/>
            <a:ext cx="3251132" cy="231102"/>
          </a:xfrm>
        </p:spPr>
        <p:txBody>
          <a:bodyPr anchor="t"/>
          <a:lstStyle>
            <a:lvl1pPr marL="0" indent="0" algn="r">
              <a:buFont typeface="Arial" panose="020B0604020202020204" pitchFamily="34" charset="0"/>
              <a:buNone/>
              <a:defRPr sz="1200">
                <a:solidFill>
                  <a:schemeClr val="tx1">
                    <a:lumMod val="75000"/>
                    <a:lumOff val="25000"/>
                  </a:schemeClr>
                </a:solidFill>
              </a:defRPr>
            </a:lvl1pPr>
          </a:lstStyle>
          <a:p>
            <a:pPr lvl="0"/>
            <a:r>
              <a:rPr lang="en-US" noProof="0"/>
              <a:t>Name and Title</a:t>
            </a:r>
          </a:p>
        </p:txBody>
      </p:sp>
      <p:sp>
        <p:nvSpPr>
          <p:cNvPr id="14" name="Text Placeholder 3">
            <a:extLst>
              <a:ext uri="{FF2B5EF4-FFF2-40B4-BE49-F238E27FC236}">
                <a16:creationId xmlns="" xmlns:a16="http://schemas.microsoft.com/office/drawing/2014/main" id="{E3E7FB48-98BE-4677-A80F-969F9F307209}"/>
              </a:ext>
            </a:extLst>
          </p:cNvPr>
          <p:cNvSpPr>
            <a:spLocks noGrp="1"/>
          </p:cNvSpPr>
          <p:nvPr>
            <p:ph type="body" sz="quarter" idx="37" hasCustomPrompt="1"/>
          </p:nvPr>
        </p:nvSpPr>
        <p:spPr>
          <a:xfrm>
            <a:off x="8218545" y="1836744"/>
            <a:ext cx="3541655" cy="2224950"/>
          </a:xfrm>
          <a:solidFill>
            <a:schemeClr val="bg1">
              <a:lumMod val="95000"/>
            </a:schemeClr>
          </a:solidFill>
        </p:spPr>
        <p:txBody>
          <a:bodyPr lIns="180000" tIns="180000" rIns="180000" bIns="180000" anchor="ctr"/>
          <a:lstStyle>
            <a:lvl1pPr marL="0" indent="0" algn="ctr">
              <a:buNone/>
              <a:defRPr i="0"/>
            </a:lvl1pPr>
          </a:lstStyle>
          <a:p>
            <a:pPr lvl="0"/>
            <a:r>
              <a:rPr lang="en-US" noProof="0"/>
              <a:t>Testimonial goes here</a:t>
            </a:r>
          </a:p>
        </p:txBody>
      </p:sp>
      <p:sp>
        <p:nvSpPr>
          <p:cNvPr id="15" name="Text Placeholder 8">
            <a:extLst>
              <a:ext uri="{FF2B5EF4-FFF2-40B4-BE49-F238E27FC236}">
                <a16:creationId xmlns="" xmlns:a16="http://schemas.microsoft.com/office/drawing/2014/main" id="{0146F28A-70F5-4E8B-8A3A-ADB1B6A080D1}"/>
              </a:ext>
            </a:extLst>
          </p:cNvPr>
          <p:cNvSpPr>
            <a:spLocks noGrp="1"/>
          </p:cNvSpPr>
          <p:nvPr>
            <p:ph type="body" sz="quarter" idx="38" hasCustomPrompt="1"/>
          </p:nvPr>
        </p:nvSpPr>
        <p:spPr>
          <a:xfrm>
            <a:off x="8369301" y="3693626"/>
            <a:ext cx="3251132" cy="231102"/>
          </a:xfrm>
        </p:spPr>
        <p:txBody>
          <a:bodyPr anchor="t"/>
          <a:lstStyle>
            <a:lvl1pPr marL="0" indent="0" algn="r">
              <a:buFont typeface="Arial" panose="020B0604020202020204" pitchFamily="34" charset="0"/>
              <a:buNone/>
              <a:defRPr sz="1200">
                <a:solidFill>
                  <a:schemeClr val="tx1">
                    <a:lumMod val="75000"/>
                    <a:lumOff val="25000"/>
                  </a:schemeClr>
                </a:solidFill>
              </a:defRPr>
            </a:lvl1pPr>
          </a:lstStyle>
          <a:p>
            <a:pPr lvl="0"/>
            <a:r>
              <a:rPr lang="en-US" noProof="0"/>
              <a:t>Name and Title</a:t>
            </a:r>
          </a:p>
        </p:txBody>
      </p:sp>
    </p:spTree>
    <p:extLst>
      <p:ext uri="{BB962C8B-B14F-4D97-AF65-F5344CB8AC3E}">
        <p14:creationId xmlns:p14="http://schemas.microsoft.com/office/powerpoint/2010/main" val="23627155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 xmlns:a16="http://schemas.microsoft.com/office/drawing/2014/main" id="{DC433A2F-8949-4AAC-AE96-175254493AF4}"/>
              </a:ext>
            </a:extLst>
          </p:cNvPr>
          <p:cNvSpPr/>
          <p:nvPr userDrawn="1"/>
        </p:nvSpPr>
        <p:spPr>
          <a:xfrm>
            <a:off x="0" y="0"/>
            <a:ext cx="6336000" cy="6786563"/>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p:nvPr>
        </p:nvSpPr>
        <p:spPr>
          <a:xfrm>
            <a:off x="432000" y="2377000"/>
            <a:ext cx="5472000" cy="2387600"/>
          </a:xfrm>
        </p:spPr>
        <p:txBody>
          <a:bodyPr anchor="b"/>
          <a:lstStyle>
            <a:lvl1pPr algn="l">
              <a:defRPr sz="4200" spc="-3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p:nvPr>
        </p:nvSpPr>
        <p:spPr>
          <a:xfrm>
            <a:off x="432000" y="4962525"/>
            <a:ext cx="5472000" cy="12192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Rectangle 5">
            <a:extLst>
              <a:ext uri="{FF2B5EF4-FFF2-40B4-BE49-F238E27FC236}">
                <a16:creationId xmlns="" xmlns:a16="http://schemas.microsoft.com/office/drawing/2014/main" id="{EA8EA9D3-63E1-4170-B9FF-2F1AF08CCA45}"/>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 xmlns:a16="http://schemas.microsoft.com/office/drawing/2014/main" id="{B6AE9C85-4EEF-40CA-AA18-4DC9F703F4FD}"/>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83102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5805D700-F00E-4505-8483-501219FB8BD2}"/>
              </a:ext>
            </a:extLst>
          </p:cNvPr>
          <p:cNvSpPr/>
          <p:nvPr userDrawn="1"/>
        </p:nvSpPr>
        <p:spPr>
          <a:xfrm>
            <a:off x="0" y="0"/>
            <a:ext cx="12192000" cy="63653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 xmlns:a16="http://schemas.microsoft.com/office/drawing/2014/main" id="{DC433A2F-8949-4AAC-AE96-175254493AF4}"/>
              </a:ext>
            </a:extLst>
          </p:cNvPr>
          <p:cNvSpPr/>
          <p:nvPr userDrawn="1"/>
        </p:nvSpPr>
        <p:spPr>
          <a:xfrm>
            <a:off x="432000" y="1"/>
            <a:ext cx="11760000" cy="6365362"/>
          </a:xfrm>
          <a:prstGeom prst="rect">
            <a:avLst/>
          </a:prstGeom>
          <a:gradFill>
            <a:gsLst>
              <a:gs pos="36000">
                <a:schemeClr val="tx1">
                  <a:alpha val="60000"/>
                </a:schemeClr>
              </a:gs>
              <a:gs pos="100000">
                <a:schemeClr val="tx1"/>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6745B1DD-2DBA-49BF-BF09-5B70713A4CDC}"/>
              </a:ext>
            </a:extLst>
          </p:cNvPr>
          <p:cNvSpPr>
            <a:spLocks noGrp="1"/>
          </p:cNvSpPr>
          <p:nvPr>
            <p:ph type="ctrTitle"/>
          </p:nvPr>
        </p:nvSpPr>
        <p:spPr>
          <a:xfrm>
            <a:off x="680728" y="2377000"/>
            <a:ext cx="6299682" cy="2387600"/>
          </a:xfrm>
        </p:spPr>
        <p:txBody>
          <a:bodyPr anchor="b"/>
          <a:lstStyle>
            <a:lvl1pPr algn="l">
              <a:defRPr sz="4200" spc="-3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 xmlns:a16="http://schemas.microsoft.com/office/drawing/2014/main" id="{C7A60831-AA5D-4359-AACC-37D7271F2BF9}"/>
              </a:ext>
            </a:extLst>
          </p:cNvPr>
          <p:cNvSpPr>
            <a:spLocks noGrp="1"/>
          </p:cNvSpPr>
          <p:nvPr>
            <p:ph type="subTitle" idx="1"/>
          </p:nvPr>
        </p:nvSpPr>
        <p:spPr>
          <a:xfrm>
            <a:off x="680728" y="4962525"/>
            <a:ext cx="6299682" cy="12192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5" name="Rectangle 4">
            <a:extLst>
              <a:ext uri="{FF2B5EF4-FFF2-40B4-BE49-F238E27FC236}">
                <a16:creationId xmlns="" xmlns:a16="http://schemas.microsoft.com/office/drawing/2014/main" id="{C1384471-818E-4B2E-BA19-852421944514}"/>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 xmlns:a16="http://schemas.microsoft.com/office/drawing/2014/main" id="{6FBA5E93-E4C5-4917-B92A-53FC468CFEBD}"/>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Slide Number Placeholder 6">
            <a:extLst>
              <a:ext uri="{FF2B5EF4-FFF2-40B4-BE49-F238E27FC236}">
                <a16:creationId xmlns="" xmlns:a16="http://schemas.microsoft.com/office/drawing/2014/main" id="{6C109B30-9CC9-4BE8-AB10-1BA398CAB523}"/>
              </a:ext>
            </a:extLst>
          </p:cNvPr>
          <p:cNvSpPr>
            <a:spLocks noGrp="1"/>
          </p:cNvSpPr>
          <p:nvPr>
            <p:ph type="sldNum" sz="quarter" idx="12"/>
          </p:nvPr>
        </p:nvSpPr>
        <p:spPr/>
        <p:txBody>
          <a:bodyPr/>
          <a:lstStyle/>
          <a:p>
            <a:fld id="{4B73C415-D670-4716-A5EC-CC4D52CA2BAC}" type="slidenum">
              <a:rPr lang="en-US" noProof="0" smtClean="0"/>
              <a:pPr/>
              <a:t>‹#›</a:t>
            </a:fld>
            <a:endParaRPr lang="en-US" noProof="0" dirty="0"/>
          </a:p>
        </p:txBody>
      </p:sp>
      <p:sp>
        <p:nvSpPr>
          <p:cNvPr id="9" name="Footer Placeholder 8">
            <a:extLst>
              <a:ext uri="{FF2B5EF4-FFF2-40B4-BE49-F238E27FC236}">
                <a16:creationId xmlns="" xmlns:a16="http://schemas.microsoft.com/office/drawing/2014/main" id="{AF77174B-114F-48DF-AFBF-1AA3416ACD4A}"/>
              </a:ext>
            </a:extLst>
          </p:cNvPr>
          <p:cNvSpPr>
            <a:spLocks noGrp="1"/>
          </p:cNvSpPr>
          <p:nvPr>
            <p:ph type="ftr" sz="quarter" idx="13"/>
          </p:nvPr>
        </p:nvSpPr>
        <p:spPr/>
        <p:txBody>
          <a:bodyPr/>
          <a:lstStyle/>
          <a:p>
            <a:r>
              <a:rPr lang="en-US" noProof="0" dirty="0"/>
              <a:t>Add a footer</a:t>
            </a:r>
          </a:p>
        </p:txBody>
      </p:sp>
    </p:spTree>
    <p:extLst>
      <p:ext uri="{BB962C8B-B14F-4D97-AF65-F5344CB8AC3E}">
        <p14:creationId xmlns:p14="http://schemas.microsoft.com/office/powerpoint/2010/main" val="41868349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7428A921-D1FB-449F-8402-7C032AAABB1C}"/>
              </a:ext>
            </a:extLst>
          </p:cNvPr>
          <p:cNvSpPr/>
          <p:nvPr userDrawn="1"/>
        </p:nvSpPr>
        <p:spPr>
          <a:xfrm>
            <a:off x="5353050" y="1"/>
            <a:ext cx="6406950" cy="6857998"/>
          </a:xfrm>
          <a:prstGeom prst="rect">
            <a:avLst/>
          </a:prstGeom>
          <a:gradFill>
            <a:gsLst>
              <a:gs pos="0">
                <a:schemeClr val="tx1">
                  <a:lumMod val="75000"/>
                  <a:lumOff val="25000"/>
                </a:schemeClr>
              </a:gs>
              <a:gs pos="100000">
                <a:schemeClr val="tx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8" name="Footer Placeholder 17">
            <a:extLst>
              <a:ext uri="{FF2B5EF4-FFF2-40B4-BE49-F238E27FC236}">
                <a16:creationId xmlns="" xmlns:a16="http://schemas.microsoft.com/office/drawing/2014/main" id="{1EC63334-B325-4256-8AA0-6F5A11030DEA}"/>
              </a:ext>
            </a:extLst>
          </p:cNvPr>
          <p:cNvSpPr>
            <a:spLocks noGrp="1"/>
          </p:cNvSpPr>
          <p:nvPr>
            <p:ph type="ftr" sz="quarter" idx="13"/>
          </p:nvPr>
        </p:nvSpPr>
        <p:spPr>
          <a:xfrm>
            <a:off x="432000" y="6365363"/>
            <a:ext cx="4416225" cy="412431"/>
          </a:xfrm>
        </p:spPr>
        <p:txBody>
          <a:bodyPr/>
          <a:lstStyle/>
          <a:p>
            <a:r>
              <a:rPr lang="en-US" noProof="0" dirty="0"/>
              <a:t>Add a footer</a:t>
            </a:r>
          </a:p>
        </p:txBody>
      </p:sp>
      <p:sp>
        <p:nvSpPr>
          <p:cNvPr id="11" name="Title 1">
            <a:extLst>
              <a:ext uri="{FF2B5EF4-FFF2-40B4-BE49-F238E27FC236}">
                <a16:creationId xmlns="" xmlns:a16="http://schemas.microsoft.com/office/drawing/2014/main" id="{0F80631D-0113-45B5-9716-6AED2430C97F}"/>
              </a:ext>
            </a:extLst>
          </p:cNvPr>
          <p:cNvSpPr>
            <a:spLocks noGrp="1"/>
          </p:cNvSpPr>
          <p:nvPr>
            <p:ph type="title"/>
          </p:nvPr>
        </p:nvSpPr>
        <p:spPr>
          <a:xfrm>
            <a:off x="839788" y="457200"/>
            <a:ext cx="3932237" cy="1600200"/>
          </a:xfrm>
        </p:spPr>
        <p:txBody>
          <a:bodyPr anchor="b"/>
          <a:lstStyle>
            <a:lvl1pPr>
              <a:defRPr sz="3200"/>
            </a:lvl1pPr>
          </a:lstStyle>
          <a:p>
            <a:r>
              <a:rPr lang="en-US" noProof="0" smtClean="0"/>
              <a:t>Click to edit Master title style</a:t>
            </a:r>
            <a:endParaRPr lang="en-US" noProof="0"/>
          </a:p>
        </p:txBody>
      </p:sp>
      <p:sp>
        <p:nvSpPr>
          <p:cNvPr id="12" name="Text Placeholder 3">
            <a:extLst>
              <a:ext uri="{FF2B5EF4-FFF2-40B4-BE49-F238E27FC236}">
                <a16:creationId xmlns="" xmlns:a16="http://schemas.microsoft.com/office/drawing/2014/main" id="{81AC65F5-382D-4CF6-95CF-DD3FC6D96F37}"/>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3" name="Content Placeholder 2">
            <a:extLst>
              <a:ext uri="{FF2B5EF4-FFF2-40B4-BE49-F238E27FC236}">
                <a16:creationId xmlns="" xmlns:a16="http://schemas.microsoft.com/office/drawing/2014/main" id="{DF554488-3F7D-4F3A-9AAF-73FB0977D735}"/>
              </a:ext>
            </a:extLst>
          </p:cNvPr>
          <p:cNvSpPr>
            <a:spLocks noGrp="1"/>
          </p:cNvSpPr>
          <p:nvPr>
            <p:ph idx="1" hasCustomPrompt="1"/>
          </p:nvPr>
        </p:nvSpPr>
        <p:spPr>
          <a:xfrm>
            <a:off x="5805962" y="457200"/>
            <a:ext cx="5501126" cy="5411787"/>
          </a:xfrm>
        </p:spPr>
        <p:txBody>
          <a:bodyPr/>
          <a:lstStyle>
            <a:lvl1pPr>
              <a:buClr>
                <a:schemeClr val="bg1"/>
              </a:buCl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99675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7428A921-D1FB-449F-8402-7C032AAABB1C}"/>
              </a:ext>
            </a:extLst>
          </p:cNvPr>
          <p:cNvSpPr/>
          <p:nvPr userDrawn="1"/>
        </p:nvSpPr>
        <p:spPr>
          <a:xfrm>
            <a:off x="5353050" y="1"/>
            <a:ext cx="6406950" cy="6857998"/>
          </a:xfrm>
          <a:prstGeom prst="rect">
            <a:avLst/>
          </a:prstGeom>
          <a:gradFill>
            <a:gsLst>
              <a:gs pos="0">
                <a:schemeClr val="tx1">
                  <a:lumMod val="75000"/>
                  <a:lumOff val="25000"/>
                </a:schemeClr>
              </a:gs>
              <a:gs pos="100000">
                <a:schemeClr val="tx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Slide Number Placeholder 7">
            <a:extLst>
              <a:ext uri="{FF2B5EF4-FFF2-40B4-BE49-F238E27FC236}">
                <a16:creationId xmlns="" xmlns:a16="http://schemas.microsoft.com/office/drawing/2014/main" id="{19A57786-309B-4137-8B30-4011FC0D4FCB}"/>
              </a:ext>
            </a:extLst>
          </p:cNvPr>
          <p:cNvSpPr>
            <a:spLocks noGrp="1"/>
          </p:cNvSpPr>
          <p:nvPr>
            <p:ph type="sldNum" sz="quarter" idx="11"/>
          </p:nvPr>
        </p:nvSpPr>
        <p:spPr/>
        <p:txBody>
          <a:bodyPr/>
          <a:lstStyle/>
          <a:p>
            <a:fld id="{4B73C415-D670-4716-A5EC-CC4D52CA2BAC}" type="slidenum">
              <a:rPr lang="en-US" noProof="0" smtClean="0"/>
              <a:pPr/>
              <a:t>‹#›</a:t>
            </a:fld>
            <a:endParaRPr lang="en-US" noProof="0" dirty="0"/>
          </a:p>
        </p:txBody>
      </p:sp>
      <p:sp>
        <p:nvSpPr>
          <p:cNvPr id="18" name="Footer Placeholder 17">
            <a:extLst>
              <a:ext uri="{FF2B5EF4-FFF2-40B4-BE49-F238E27FC236}">
                <a16:creationId xmlns="" xmlns:a16="http://schemas.microsoft.com/office/drawing/2014/main" id="{1EC63334-B325-4256-8AA0-6F5A11030DEA}"/>
              </a:ext>
            </a:extLst>
          </p:cNvPr>
          <p:cNvSpPr>
            <a:spLocks noGrp="1"/>
          </p:cNvSpPr>
          <p:nvPr>
            <p:ph type="ftr" sz="quarter" idx="13"/>
          </p:nvPr>
        </p:nvSpPr>
        <p:spPr>
          <a:xfrm>
            <a:off x="432000" y="6365363"/>
            <a:ext cx="4416225" cy="412431"/>
          </a:xfrm>
        </p:spPr>
        <p:txBody>
          <a:bodyPr/>
          <a:lstStyle/>
          <a:p>
            <a:r>
              <a:rPr lang="en-US" noProof="0" dirty="0"/>
              <a:t>Add a footer</a:t>
            </a:r>
          </a:p>
        </p:txBody>
      </p:sp>
      <p:sp>
        <p:nvSpPr>
          <p:cNvPr id="11" name="Title 1">
            <a:extLst>
              <a:ext uri="{FF2B5EF4-FFF2-40B4-BE49-F238E27FC236}">
                <a16:creationId xmlns="" xmlns:a16="http://schemas.microsoft.com/office/drawing/2014/main" id="{0F80631D-0113-45B5-9716-6AED2430C97F}"/>
              </a:ext>
            </a:extLst>
          </p:cNvPr>
          <p:cNvSpPr>
            <a:spLocks noGrp="1"/>
          </p:cNvSpPr>
          <p:nvPr>
            <p:ph type="title"/>
          </p:nvPr>
        </p:nvSpPr>
        <p:spPr>
          <a:xfrm>
            <a:off x="839788" y="457200"/>
            <a:ext cx="3932237" cy="1600200"/>
          </a:xfrm>
        </p:spPr>
        <p:txBody>
          <a:bodyPr anchor="b"/>
          <a:lstStyle>
            <a:lvl1pPr>
              <a:defRPr sz="3200"/>
            </a:lvl1pPr>
          </a:lstStyle>
          <a:p>
            <a:r>
              <a:rPr lang="en-US" noProof="0" smtClean="0"/>
              <a:t>Click to edit Master title style</a:t>
            </a:r>
            <a:endParaRPr lang="en-US" noProof="0"/>
          </a:p>
        </p:txBody>
      </p:sp>
      <p:sp>
        <p:nvSpPr>
          <p:cNvPr id="12" name="Text Placeholder 3">
            <a:extLst>
              <a:ext uri="{FF2B5EF4-FFF2-40B4-BE49-F238E27FC236}">
                <a16:creationId xmlns="" xmlns:a16="http://schemas.microsoft.com/office/drawing/2014/main" id="{81AC65F5-382D-4CF6-95CF-DD3FC6D96F37}"/>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Picture Placeholder 2">
            <a:extLst>
              <a:ext uri="{FF2B5EF4-FFF2-40B4-BE49-F238E27FC236}">
                <a16:creationId xmlns="" xmlns:a16="http://schemas.microsoft.com/office/drawing/2014/main" id="{56321125-B861-4CD5-8023-6E403517657A}"/>
              </a:ext>
            </a:extLst>
          </p:cNvPr>
          <p:cNvSpPr>
            <a:spLocks noGrp="1"/>
          </p:cNvSpPr>
          <p:nvPr>
            <p:ph type="pic" idx="1"/>
          </p:nvPr>
        </p:nvSpPr>
        <p:spPr>
          <a:xfrm>
            <a:off x="5804181" y="457201"/>
            <a:ext cx="5504688" cy="5403850"/>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8771880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03965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 xmlns:a16="http://schemas.microsoft.com/office/drawing/2014/main" id="{06A7F847-7F52-4026-B418-55C25C28C4CB}"/>
              </a:ext>
            </a:extLst>
          </p:cNvPr>
          <p:cNvSpPr/>
          <p:nvPr userDrawn="1"/>
        </p:nvSpPr>
        <p:spPr>
          <a:xfrm>
            <a:off x="0" y="6365364"/>
            <a:ext cx="12192000" cy="421200"/>
          </a:xfrm>
          <a:prstGeom prst="rect">
            <a:avLst/>
          </a:prstGeom>
          <a:gradFill>
            <a:gsLst>
              <a:gs pos="53000">
                <a:schemeClr val="bg1">
                  <a:lumMod val="9500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 xmlns:a16="http://schemas.microsoft.com/office/drawing/2014/main" id="{FF47D8FD-2235-485B-95E1-2EBD5AB47AAD}"/>
              </a:ext>
            </a:extLst>
          </p:cNvPr>
          <p:cNvSpPr>
            <a:spLocks noGrp="1"/>
          </p:cNvSpPr>
          <p:nvPr>
            <p:ph type="title"/>
          </p:nvPr>
        </p:nvSpPr>
        <p:spPr>
          <a:xfrm>
            <a:off x="432000" y="432000"/>
            <a:ext cx="11340000" cy="432000"/>
          </a:xfrm>
          <a:prstGeom prst="rect">
            <a:avLst/>
          </a:prstGeom>
        </p:spPr>
        <p:txBody>
          <a:bodyPr vert="horz" lIns="0" tIns="0" rIns="0" bIns="0" rtlCol="0" anchor="t">
            <a:noAutofit/>
          </a:body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99F4A233-446A-4EDA-9622-BBF0631DFEFF}"/>
              </a:ext>
            </a:extLst>
          </p:cNvPr>
          <p:cNvSpPr>
            <a:spLocks noGrp="1"/>
          </p:cNvSpPr>
          <p:nvPr>
            <p:ph type="body" idx="1"/>
          </p:nvPr>
        </p:nvSpPr>
        <p:spPr>
          <a:xfrm>
            <a:off x="432000" y="1728000"/>
            <a:ext cx="11340000" cy="4351338"/>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 xmlns:a16="http://schemas.microsoft.com/office/drawing/2014/main" id="{504A2955-0629-484D-8B16-D4500802A4E6}"/>
              </a:ext>
            </a:extLst>
          </p:cNvPr>
          <p:cNvSpPr>
            <a:spLocks noGrp="1"/>
          </p:cNvSpPr>
          <p:nvPr>
            <p:ph type="sldNum" sz="quarter" idx="4"/>
          </p:nvPr>
        </p:nvSpPr>
        <p:spPr>
          <a:xfrm>
            <a:off x="11772000" y="6365363"/>
            <a:ext cx="420000" cy="421200"/>
          </a:xfrm>
          <a:prstGeom prst="rect">
            <a:avLst/>
          </a:prstGeom>
          <a:solidFill>
            <a:schemeClr val="bg1">
              <a:lumMod val="95000"/>
            </a:schemeClr>
          </a:solidFill>
          <a:ln w="6350">
            <a:noFill/>
          </a:ln>
        </p:spPr>
        <p:txBody>
          <a:bodyPr vert="horz" lIns="0" tIns="0" rIns="0" bIns="0" rtlCol="0" anchor="ctr"/>
          <a:lstStyle>
            <a:lvl1pPr algn="ctr">
              <a:defRPr sz="1200" b="0" i="0">
                <a:solidFill>
                  <a:schemeClr val="tx1">
                    <a:lumMod val="65000"/>
                    <a:lumOff val="35000"/>
                  </a:schemeClr>
                </a:solidFill>
                <a:latin typeface="+mn-lt"/>
              </a:defRPr>
            </a:lvl1pPr>
          </a:lstStyle>
          <a:p>
            <a:fld id="{4B73C415-D670-4716-A5EC-CC4D52CA2BAC}" type="slidenum">
              <a:rPr lang="en-US" noProof="0" smtClean="0"/>
              <a:pPr/>
              <a:t>‹#›</a:t>
            </a:fld>
            <a:endParaRPr lang="en-US" noProof="0" dirty="0"/>
          </a:p>
        </p:txBody>
      </p:sp>
      <p:sp>
        <p:nvSpPr>
          <p:cNvPr id="7" name="Footer Placeholder 6">
            <a:extLst>
              <a:ext uri="{FF2B5EF4-FFF2-40B4-BE49-F238E27FC236}">
                <a16:creationId xmlns="" xmlns:a16="http://schemas.microsoft.com/office/drawing/2014/main" id="{DBD150CE-DC66-461D-A66C-7CF33070436A}"/>
              </a:ext>
            </a:extLst>
          </p:cNvPr>
          <p:cNvSpPr>
            <a:spLocks noGrp="1"/>
          </p:cNvSpPr>
          <p:nvPr>
            <p:ph type="ftr" sz="quarter" idx="3"/>
          </p:nvPr>
        </p:nvSpPr>
        <p:spPr>
          <a:xfrm>
            <a:off x="432000" y="6365363"/>
            <a:ext cx="5472000" cy="412431"/>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8" name="Rectangle 7">
            <a:extLst>
              <a:ext uri="{FF2B5EF4-FFF2-40B4-BE49-F238E27FC236}">
                <a16:creationId xmlns="" xmlns:a16="http://schemas.microsoft.com/office/drawing/2014/main" id="{00ED0A63-77FF-4992-99DD-A09E96E22ACC}"/>
              </a:ext>
            </a:extLst>
          </p:cNvPr>
          <p:cNvSpPr/>
          <p:nvPr userDrawn="1"/>
        </p:nvSpPr>
        <p:spPr>
          <a:xfrm>
            <a:off x="-1" y="6786563"/>
            <a:ext cx="11771999" cy="7143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 xmlns:a16="http://schemas.microsoft.com/office/drawing/2014/main" id="{96335A3F-070E-4B0E-A4FA-9B3279A2897C}"/>
              </a:ext>
            </a:extLst>
          </p:cNvPr>
          <p:cNvSpPr/>
          <p:nvPr userDrawn="1"/>
        </p:nvSpPr>
        <p:spPr>
          <a:xfrm>
            <a:off x="11771999" y="6786563"/>
            <a:ext cx="420000" cy="714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Box 12">
            <a:extLst>
              <a:ext uri="{FF2B5EF4-FFF2-40B4-BE49-F238E27FC236}">
                <a16:creationId xmlns="" xmlns:a16="http://schemas.microsoft.com/office/drawing/2014/main" id="{7C7EB16B-9FE5-4954-8D9A-47381E739BF5}"/>
              </a:ext>
            </a:extLst>
          </p:cNvPr>
          <p:cNvSpPr txBox="1"/>
          <p:nvPr userDrawn="1"/>
        </p:nvSpPr>
        <p:spPr>
          <a:xfrm>
            <a:off x="9529311" y="6365363"/>
            <a:ext cx="2047875" cy="429969"/>
          </a:xfrm>
          <a:prstGeom prst="rect">
            <a:avLst/>
          </a:prstGeom>
          <a:noFill/>
        </p:spPr>
        <p:txBody>
          <a:bodyPr wrap="square" lIns="0" tIns="0" rIns="0" bIns="0" rtlCol="0" anchor="ctr" anchorCtr="0">
            <a:noAutofit/>
          </a:bodyPr>
          <a:lstStyle/>
          <a:p>
            <a:pPr algn="r"/>
            <a:r>
              <a:rPr lang="en-US" sz="1200" b="0" noProof="0" dirty="0">
                <a:solidFill>
                  <a:schemeClr val="bg1">
                    <a:lumMod val="65000"/>
                  </a:schemeClr>
                </a:solidFill>
                <a:latin typeface="+mn-lt"/>
              </a:rPr>
              <a:t>NAME OR LOGO</a:t>
            </a:r>
          </a:p>
        </p:txBody>
      </p:sp>
    </p:spTree>
    <p:extLst>
      <p:ext uri="{BB962C8B-B14F-4D97-AF65-F5344CB8AC3E}">
        <p14:creationId xmlns:p14="http://schemas.microsoft.com/office/powerpoint/2010/main" val="224487801"/>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2" r:id="rId3"/>
    <p:sldLayoutId id="2147483657" r:id="rId4"/>
    <p:sldLayoutId id="2147483658" r:id="rId5"/>
    <p:sldLayoutId id="2147483659" r:id="rId6"/>
    <p:sldLayoutId id="2147483660" r:id="rId7"/>
    <p:sldLayoutId id="2147483661" r:id="rId8"/>
    <p:sldLayoutId id="2147483664" r:id="rId9"/>
    <p:sldLayoutId id="2147483665" r:id="rId10"/>
    <p:sldLayoutId id="2147483666" r:id="rId11"/>
    <p:sldLayoutId id="2147483667" r:id="rId12"/>
    <p:sldLayoutId id="2147483650" r:id="rId13"/>
    <p:sldLayoutId id="2147483652" r:id="rId14"/>
    <p:sldLayoutId id="2147483653" r:id="rId15"/>
    <p:sldLayoutId id="2147483668" r:id="rId16"/>
    <p:sldLayoutId id="2147483669" r:id="rId17"/>
    <p:sldLayoutId id="2147483671" r:id="rId18"/>
    <p:sldLayoutId id="2147483672" r:id="rId19"/>
    <p:sldLayoutId id="2147483654" r:id="rId20"/>
    <p:sldLayoutId id="2147483678" r:id="rId21"/>
    <p:sldLayoutId id="2147483655" r:id="rId22"/>
    <p:sldLayoutId id="2147483673" r:id="rId23"/>
    <p:sldLayoutId id="2147483674" r:id="rId24"/>
    <p:sldLayoutId id="2147483675" r:id="rId25"/>
    <p:sldLayoutId id="2147483676" r:id="rId26"/>
    <p:sldLayoutId id="2147483677" r:id="rId27"/>
    <p:sldLayoutId id="2147483679" r:id="rId28"/>
    <p:sldLayoutId id="2147483680" r:id="rId29"/>
    <p:sldLayoutId id="2147483681" r:id="rId30"/>
  </p:sldLayoutIdLst>
  <p:hf hdr="0" ftr="0" dt="0"/>
  <p:txStyles>
    <p:titleStyle>
      <a:lvl1pPr algn="l" defTabSz="914400" rtl="0" eaLnBrk="1" latinLnBrk="0" hangingPunct="1">
        <a:lnSpc>
          <a:spcPct val="90000"/>
        </a:lnSpc>
        <a:spcBef>
          <a:spcPct val="0"/>
        </a:spcBef>
        <a:buNone/>
        <a:defRPr sz="3200"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100000"/>
        </a:lnSpc>
        <a:spcBef>
          <a:spcPts val="1000"/>
        </a:spcBef>
        <a:spcAft>
          <a:spcPts val="500"/>
        </a:spcAft>
        <a:buClr>
          <a:schemeClr val="accent1"/>
        </a:buClr>
        <a:buFont typeface="Arial" panose="020B0604020202020204" pitchFamily="34" charset="0"/>
        <a:buChar char="○"/>
        <a:defRPr sz="1800" kern="1200">
          <a:solidFill>
            <a:schemeClr val="tx2"/>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sz="1600" kern="120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sz="1600" kern="120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sz="1400" kern="120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jpeg"/><Relationship Id="rId7"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6.svg"/><Relationship Id="rId5" Type="http://schemas.openxmlformats.org/officeDocument/2006/relationships/image" Target="../media/image20.svg"/><Relationship Id="rId4" Type="http://schemas.openxmlformats.org/officeDocument/2006/relationships/image" Target="../media/image18.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hyperlink" Target="http://www.fabrikam.com/" TargetMode="External"/><Relationship Id="rId3" Type="http://schemas.openxmlformats.org/officeDocument/2006/relationships/image" Target="../media/image23.jpg"/><Relationship Id="rId7" Type="http://schemas.openxmlformats.org/officeDocument/2006/relationships/image" Target="../media/image53.svg"/><Relationship Id="rId12" Type="http://schemas.openxmlformats.org/officeDocument/2006/relationships/image" Target="../media/image57.sv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25.png"/><Relationship Id="rId11" Type="http://schemas.openxmlformats.org/officeDocument/2006/relationships/image" Target="../media/image27.png"/><Relationship Id="rId5" Type="http://schemas.openxmlformats.org/officeDocument/2006/relationships/image" Target="../media/image51.svg"/><Relationship Id="rId10" Type="http://schemas.openxmlformats.org/officeDocument/2006/relationships/hyperlink" Target="mailto:yudhisfajar@gmail.com" TargetMode="External"/><Relationship Id="rId4" Type="http://schemas.openxmlformats.org/officeDocument/2006/relationships/image" Target="../media/image24.png"/><Relationship Id="rId9" Type="http://schemas.openxmlformats.org/officeDocument/2006/relationships/image" Target="../media/image55.svg"/></Relationships>
</file>

<file path=ppt/slides/_rels/slide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Picture Placeholder 6">
            <a:extLst>
              <a:ext uri="{FF2B5EF4-FFF2-40B4-BE49-F238E27FC236}">
                <a16:creationId xmlns="" xmlns:a16="http://schemas.microsoft.com/office/drawing/2014/main" id="{F05D089D-7A15-41BC-B971-911CC28C4A8D}"/>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0" y="345281"/>
            <a:ext cx="12192000" cy="6096000"/>
          </a:xfrm>
        </p:spPr>
      </p:pic>
      <p:sp>
        <p:nvSpPr>
          <p:cNvPr id="28" name="Rectangle 27">
            <a:extLst>
              <a:ext uri="{FF2B5EF4-FFF2-40B4-BE49-F238E27FC236}">
                <a16:creationId xmlns="" xmlns:a16="http://schemas.microsoft.com/office/drawing/2014/main" id="{E93CFE69-79B0-440B-949E-DA17AD834A10}"/>
              </a:ext>
              <a:ext uri="{C183D7F6-B498-43B3-948B-1728B52AA6E4}">
                <adec:decorative xmlns="" xmlns:adec="http://schemas.microsoft.com/office/drawing/2017/decorative" val="1"/>
              </a:ext>
            </a:extLst>
          </p:cNvPr>
          <p:cNvSpPr/>
          <p:nvPr/>
        </p:nvSpPr>
        <p:spPr>
          <a:xfrm>
            <a:off x="6336000" y="0"/>
            <a:ext cx="3979575"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 xmlns:a16="http://schemas.microsoft.com/office/drawing/2014/main" id="{5170152F-4BDD-EA4D-B3D1-E9A87974CFC0}"/>
              </a:ext>
            </a:extLst>
          </p:cNvPr>
          <p:cNvSpPr txBox="1"/>
          <p:nvPr/>
        </p:nvSpPr>
        <p:spPr bwMode="gray">
          <a:xfrm>
            <a:off x="6433190" y="2694701"/>
            <a:ext cx="2983941" cy="369332"/>
          </a:xfrm>
          <a:prstGeom prst="rect">
            <a:avLst/>
          </a:prstGeom>
          <a:noFill/>
        </p:spPr>
        <p:txBody>
          <a:bodyPr wrap="square" rtlCol="0">
            <a:spAutoFit/>
          </a:bodyPr>
          <a:lstStyle/>
          <a:p>
            <a:pPr>
              <a:lnSpc>
                <a:spcPct val="90000"/>
              </a:lnSpc>
            </a:pPr>
            <a:r>
              <a:rPr lang="id-ID" sz="2000" b="1" noProof="1" smtClean="0">
                <a:gradFill>
                  <a:gsLst>
                    <a:gs pos="0">
                      <a:schemeClr val="accent1"/>
                    </a:gs>
                    <a:gs pos="51300">
                      <a:schemeClr val="accent2"/>
                    </a:gs>
                    <a:gs pos="100000">
                      <a:schemeClr val="accent3"/>
                    </a:gs>
                  </a:gsLst>
                  <a:lin ang="0" scaled="0"/>
                </a:gradFill>
              </a:rPr>
              <a:t>Yudhis Fajar</a:t>
            </a:r>
            <a:endParaRPr lang="en-US" sz="2000" b="1" noProof="1">
              <a:gradFill>
                <a:gsLst>
                  <a:gs pos="0">
                    <a:schemeClr val="accent1"/>
                  </a:gs>
                  <a:gs pos="51300">
                    <a:schemeClr val="accent2"/>
                  </a:gs>
                  <a:gs pos="100000">
                    <a:schemeClr val="accent3"/>
                  </a:gs>
                </a:gsLst>
                <a:lin ang="0" scaled="0"/>
              </a:gradFill>
            </a:endParaRPr>
          </a:p>
        </p:txBody>
      </p:sp>
      <p:sp>
        <p:nvSpPr>
          <p:cNvPr id="2" name="Title 1">
            <a:extLst>
              <a:ext uri="{FF2B5EF4-FFF2-40B4-BE49-F238E27FC236}">
                <a16:creationId xmlns="" xmlns:a16="http://schemas.microsoft.com/office/drawing/2014/main" id="{8468F2B1-EF8F-4772-ADA1-4195B20EBA74}"/>
              </a:ext>
            </a:extLst>
          </p:cNvPr>
          <p:cNvSpPr>
            <a:spLocks noGrp="1"/>
          </p:cNvSpPr>
          <p:nvPr>
            <p:ph type="ctrTitle"/>
          </p:nvPr>
        </p:nvSpPr>
        <p:spPr bwMode="gray"/>
        <p:txBody>
          <a:bodyPr/>
          <a:lstStyle/>
          <a:p>
            <a:r>
              <a:rPr lang="id-ID" sz="4000" dirty="0" smtClean="0">
                <a:latin typeface="Candara" panose="020E0502030303020204" pitchFamily="34" charset="0"/>
              </a:rPr>
              <a:t>Bimtek</a:t>
            </a:r>
            <a:br>
              <a:rPr lang="id-ID" sz="4000" dirty="0" smtClean="0">
                <a:latin typeface="Candara" panose="020E0502030303020204" pitchFamily="34" charset="0"/>
              </a:rPr>
            </a:br>
            <a:r>
              <a:rPr lang="id-ID" sz="4000" dirty="0" smtClean="0">
                <a:latin typeface="Candara" panose="020E0502030303020204" pitchFamily="34" charset="0"/>
              </a:rPr>
              <a:t>Penulisan Medsos P</a:t>
            </a:r>
            <a:r>
              <a:rPr lang="en-US" sz="4000" dirty="0" smtClean="0">
                <a:latin typeface="Candara" panose="020E0502030303020204" pitchFamily="34" charset="0"/>
              </a:rPr>
              <a:t>e</a:t>
            </a:r>
            <a:r>
              <a:rPr lang="id-ID" sz="4000" dirty="0" smtClean="0">
                <a:latin typeface="Candara" panose="020E0502030303020204" pitchFamily="34" charset="0"/>
              </a:rPr>
              <a:t>merintah</a:t>
            </a:r>
            <a:endParaRPr lang="en-US" sz="4000" dirty="0">
              <a:latin typeface="Candara" panose="020E0502030303020204" pitchFamily="34" charset="0"/>
            </a:endParaRPr>
          </a:p>
        </p:txBody>
      </p:sp>
      <p:cxnSp>
        <p:nvCxnSpPr>
          <p:cNvPr id="16" name="Straight Connector 15">
            <a:extLst>
              <a:ext uri="{FF2B5EF4-FFF2-40B4-BE49-F238E27FC236}">
                <a16:creationId xmlns="" xmlns:a16="http://schemas.microsoft.com/office/drawing/2014/main" id="{F3753AF9-461F-4049-BB9D-621E76A51470}"/>
              </a:ext>
              <a:ext uri="{C183D7F6-B498-43B3-948B-1728B52AA6E4}">
                <adec:decorative xmlns="" xmlns:adec="http://schemas.microsoft.com/office/drawing/2017/decorative" val="1"/>
              </a:ext>
            </a:extLst>
          </p:cNvPr>
          <p:cNvCxnSpPr>
            <a:cxnSpLocks/>
          </p:cNvCxnSpPr>
          <p:nvPr/>
        </p:nvCxnSpPr>
        <p:spPr>
          <a:xfrm>
            <a:off x="6539896" y="4876800"/>
            <a:ext cx="3571782" cy="0"/>
          </a:xfrm>
          <a:prstGeom prst="line">
            <a:avLst/>
          </a:prstGeom>
          <a:ln>
            <a:gradFill>
              <a:gsLst>
                <a:gs pos="0">
                  <a:schemeClr val="accent1"/>
                </a:gs>
                <a:gs pos="51300">
                  <a:schemeClr val="accent2"/>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 xmlns:a16="http://schemas.microsoft.com/office/drawing/2014/main" id="{565124A8-7554-4DB8-896F-F9946B9CF1F9}"/>
              </a:ext>
            </a:extLst>
          </p:cNvPr>
          <p:cNvSpPr>
            <a:spLocks noGrp="1"/>
          </p:cNvSpPr>
          <p:nvPr>
            <p:ph type="subTitle" idx="1"/>
          </p:nvPr>
        </p:nvSpPr>
        <p:spPr bwMode="gray"/>
        <p:txBody>
          <a:bodyPr/>
          <a:lstStyle/>
          <a:p>
            <a:r>
              <a:rPr lang="id-ID" dirty="0" smtClean="0"/>
              <a:t>Dinkominfo Banyumas </a:t>
            </a:r>
            <a:r>
              <a:rPr lang="id-ID" sz="1400" dirty="0" smtClean="0"/>
              <a:t>Kamis, 14 Juli 2022</a:t>
            </a:r>
            <a:endParaRPr lang="en-US" sz="1400" dirty="0"/>
          </a:p>
        </p:txBody>
      </p:sp>
    </p:spTree>
    <p:extLst>
      <p:ext uri="{BB962C8B-B14F-4D97-AF65-F5344CB8AC3E}">
        <p14:creationId xmlns:p14="http://schemas.microsoft.com/office/powerpoint/2010/main" val="2941958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 xmlns:a16="http://schemas.microsoft.com/office/drawing/2014/main" id="{358B6C62-CDD6-4E2C-8BC8-699230D3934A}"/>
              </a:ext>
            </a:extLst>
          </p:cNvPr>
          <p:cNvSpPr>
            <a:spLocks noGrp="1"/>
          </p:cNvSpPr>
          <p:nvPr>
            <p:ph idx="1"/>
          </p:nvPr>
        </p:nvSpPr>
        <p:spPr>
          <a:xfrm>
            <a:off x="431999" y="2657476"/>
            <a:ext cx="4416225" cy="3421862"/>
          </a:xfrm>
        </p:spPr>
        <p:txBody>
          <a:bodyPr/>
          <a:lstStyle/>
          <a:p>
            <a:pPr marL="0" indent="0">
              <a:buNone/>
            </a:pPr>
            <a:r>
              <a:rPr lang="id-ID" sz="3200" dirty="0" smtClean="0">
                <a:solidFill>
                  <a:schemeClr val="tx1">
                    <a:lumMod val="75000"/>
                    <a:lumOff val="25000"/>
                  </a:schemeClr>
                </a:solidFill>
              </a:rPr>
              <a:t>Dramaturgi </a:t>
            </a:r>
          </a:p>
          <a:p>
            <a:pPr marL="0" indent="0">
              <a:buNone/>
            </a:pPr>
            <a:r>
              <a:rPr lang="id-ID" dirty="0" smtClean="0"/>
              <a:t>Memahami </a:t>
            </a:r>
            <a:r>
              <a:rPr lang="id-ID" dirty="0"/>
              <a:t>kita memiliki peran berbeda di panggung yang </a:t>
            </a:r>
            <a:r>
              <a:rPr lang="id-ID" dirty="0" smtClean="0"/>
              <a:t>berbeda</a:t>
            </a:r>
            <a:endParaRPr lang="en-US" dirty="0"/>
          </a:p>
        </p:txBody>
      </p:sp>
      <p:pic>
        <p:nvPicPr>
          <p:cNvPr id="11" name="Picture Placeholder 7">
            <a:extLst>
              <a:ext uri="{FF2B5EF4-FFF2-40B4-BE49-F238E27FC236}">
                <a16:creationId xmlns="" xmlns:a16="http://schemas.microsoft.com/office/drawing/2014/main" id="{7FB89A62-CAB5-4BD1-B89F-0A0F3809BA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3050" y="61954"/>
            <a:ext cx="6406950" cy="4276639"/>
          </a:xfrm>
          <a:prstGeom prst="rect">
            <a:avLst/>
          </a:prstGeom>
          <a:solidFill>
            <a:schemeClr val="tx1">
              <a:alpha val="70000"/>
            </a:schemeClr>
          </a:solidFill>
          <a:ln w="12700" cap="flat" cmpd="sng" algn="ctr">
            <a:noFill/>
            <a:prstDash val="solid"/>
            <a:miter lim="800000"/>
          </a:ln>
          <a:effectLst/>
        </p:spPr>
      </p:pic>
      <p:sp>
        <p:nvSpPr>
          <p:cNvPr id="4" name="Title 3">
            <a:extLst>
              <a:ext uri="{FF2B5EF4-FFF2-40B4-BE49-F238E27FC236}">
                <a16:creationId xmlns="" xmlns:a16="http://schemas.microsoft.com/office/drawing/2014/main" id="{A03D6D45-09FB-4A71-8BA9-C71413D258DB}"/>
              </a:ext>
            </a:extLst>
          </p:cNvPr>
          <p:cNvSpPr>
            <a:spLocks noGrp="1"/>
          </p:cNvSpPr>
          <p:nvPr>
            <p:ph type="title"/>
          </p:nvPr>
        </p:nvSpPr>
        <p:spPr bwMode="ltGray"/>
        <p:txBody>
          <a:bodyPr/>
          <a:lstStyle/>
          <a:p>
            <a:r>
              <a:rPr lang="id-ID" dirty="0" smtClean="0"/>
              <a:t>Kolaborasi</a:t>
            </a:r>
            <a:endParaRPr lang="en-US" dirty="0"/>
          </a:p>
        </p:txBody>
      </p:sp>
      <p:cxnSp>
        <p:nvCxnSpPr>
          <p:cNvPr id="45" name="Straight Connector 44">
            <a:extLst>
              <a:ext uri="{FF2B5EF4-FFF2-40B4-BE49-F238E27FC236}">
                <a16:creationId xmlns="" xmlns:a16="http://schemas.microsoft.com/office/drawing/2014/main" id="{68893E2F-227D-4472-B59F-3DEBF46C0EDC}"/>
              </a:ext>
              <a:ext uri="{C183D7F6-B498-43B3-948B-1728B52AA6E4}">
                <adec:decorative xmlns="" xmlns:adec="http://schemas.microsoft.com/office/drawing/2017/decorative" val="1"/>
              </a:ext>
            </a:extLst>
          </p:cNvPr>
          <p:cNvCxnSpPr>
            <a:cxnSpLocks/>
          </p:cNvCxnSpPr>
          <p:nvPr/>
        </p:nvCxnSpPr>
        <p:spPr bwMode="ltGray">
          <a:xfrm>
            <a:off x="5657669" y="5491163"/>
            <a:ext cx="5750421" cy="0"/>
          </a:xfrm>
          <a:prstGeom prst="line">
            <a:avLst/>
          </a:prstGeom>
          <a:ln>
            <a:gradFill>
              <a:gsLst>
                <a:gs pos="0">
                  <a:schemeClr val="accent1"/>
                </a:gs>
                <a:gs pos="51300">
                  <a:schemeClr val="accent2"/>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 xmlns:a16="http://schemas.microsoft.com/office/drawing/2014/main" id="{CAA3871B-5A80-4D63-B9BD-FFAB1FF70683}"/>
              </a:ext>
            </a:extLst>
          </p:cNvPr>
          <p:cNvSpPr>
            <a:spLocks noGrp="1"/>
          </p:cNvSpPr>
          <p:nvPr>
            <p:ph type="body" sz="quarter" idx="14"/>
          </p:nvPr>
        </p:nvSpPr>
        <p:spPr bwMode="gray">
          <a:xfrm>
            <a:off x="5658442" y="5657850"/>
            <a:ext cx="4692058" cy="1119943"/>
          </a:xfrm>
        </p:spPr>
        <p:txBody>
          <a:bodyPr/>
          <a:lstStyle/>
          <a:p>
            <a:r>
              <a:rPr lang="id-ID" dirty="0" smtClean="0"/>
              <a:t>Era </a:t>
            </a:r>
            <a:r>
              <a:rPr lang="id-ID" dirty="0"/>
              <a:t>digital justru mensyaratkan ekosistem saling bekerjasama dengan berbagai </a:t>
            </a:r>
            <a:r>
              <a:rPr lang="id-ID" dirty="0" smtClean="0"/>
              <a:t>stakeholder</a:t>
            </a:r>
            <a:endParaRPr lang="en-US" dirty="0"/>
          </a:p>
        </p:txBody>
      </p:sp>
      <p:sp>
        <p:nvSpPr>
          <p:cNvPr id="3" name="Slide Number Placeholder 2">
            <a:extLst>
              <a:ext uri="{FF2B5EF4-FFF2-40B4-BE49-F238E27FC236}">
                <a16:creationId xmlns="" xmlns:a16="http://schemas.microsoft.com/office/drawing/2014/main" id="{AAEF3E39-2332-4C12-9142-1DB674D9F855}"/>
              </a:ext>
            </a:extLst>
          </p:cNvPr>
          <p:cNvSpPr>
            <a:spLocks noGrp="1"/>
          </p:cNvSpPr>
          <p:nvPr>
            <p:ph type="sldNum" sz="quarter" idx="11"/>
          </p:nvPr>
        </p:nvSpPr>
        <p:spPr/>
        <p:txBody>
          <a:bodyPr/>
          <a:lstStyle/>
          <a:p>
            <a:fld id="{4B73C415-D670-4716-A5EC-CC4D52CA2BAC}" type="slidenum">
              <a:rPr lang="en-US" smtClean="0"/>
              <a:pPr/>
              <a:t>2</a:t>
            </a:fld>
            <a:endParaRPr lang="en-US" dirty="0"/>
          </a:p>
        </p:txBody>
      </p:sp>
    </p:spTree>
    <p:extLst>
      <p:ext uri="{BB962C8B-B14F-4D97-AF65-F5344CB8AC3E}">
        <p14:creationId xmlns:p14="http://schemas.microsoft.com/office/powerpoint/2010/main" val="353066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 xmlns:a16="http://schemas.microsoft.com/office/drawing/2014/main" id="{DF80E271-E84B-449B-9CF0-F34E075335A6}"/>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tretch>
            <a:fillRect/>
          </a:stretch>
        </p:blipFill>
        <p:spPr>
          <a:xfrm>
            <a:off x="432000" y="277470"/>
            <a:ext cx="5472000" cy="3845600"/>
          </a:xfrm>
        </p:spPr>
      </p:pic>
      <p:sp>
        <p:nvSpPr>
          <p:cNvPr id="5" name="Title 4">
            <a:extLst>
              <a:ext uri="{FF2B5EF4-FFF2-40B4-BE49-F238E27FC236}">
                <a16:creationId xmlns="" xmlns:a16="http://schemas.microsoft.com/office/drawing/2014/main" id="{F58C420A-3AEC-4BE5-BD90-C854A306696C}"/>
              </a:ext>
            </a:extLst>
          </p:cNvPr>
          <p:cNvSpPr>
            <a:spLocks noGrp="1"/>
          </p:cNvSpPr>
          <p:nvPr>
            <p:ph type="title"/>
          </p:nvPr>
        </p:nvSpPr>
        <p:spPr bwMode="ltGray"/>
        <p:txBody>
          <a:bodyPr/>
          <a:lstStyle/>
          <a:p>
            <a:r>
              <a:rPr lang="id-ID" dirty="0" smtClean="0"/>
              <a:t>Kejelasan</a:t>
            </a:r>
            <a:endParaRPr lang="en-US" dirty="0"/>
          </a:p>
        </p:txBody>
      </p:sp>
      <p:cxnSp>
        <p:nvCxnSpPr>
          <p:cNvPr id="12" name="Straight Connector 11">
            <a:extLst>
              <a:ext uri="{FF2B5EF4-FFF2-40B4-BE49-F238E27FC236}">
                <a16:creationId xmlns="" xmlns:a16="http://schemas.microsoft.com/office/drawing/2014/main" id="{3E48293B-B086-4048-863C-47E7C47880A1}"/>
              </a:ext>
              <a:ext uri="{C183D7F6-B498-43B3-948B-1728B52AA6E4}">
                <adec:decorative xmlns="" xmlns:adec="http://schemas.microsoft.com/office/drawing/2017/decorative" val="1"/>
              </a:ext>
            </a:extLst>
          </p:cNvPr>
          <p:cNvCxnSpPr>
            <a:cxnSpLocks/>
          </p:cNvCxnSpPr>
          <p:nvPr/>
        </p:nvCxnSpPr>
        <p:spPr bwMode="ltGray">
          <a:xfrm>
            <a:off x="680728" y="5491163"/>
            <a:ext cx="4974545" cy="0"/>
          </a:xfrm>
          <a:prstGeom prst="line">
            <a:avLst/>
          </a:prstGeom>
          <a:ln>
            <a:gradFill>
              <a:gsLst>
                <a:gs pos="0">
                  <a:schemeClr val="accent1"/>
                </a:gs>
                <a:gs pos="51300">
                  <a:schemeClr val="accent2"/>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
        <p:nvSpPr>
          <p:cNvPr id="2" name="Content Placeholder 1">
            <a:extLst>
              <a:ext uri="{FF2B5EF4-FFF2-40B4-BE49-F238E27FC236}">
                <a16:creationId xmlns="" xmlns:a16="http://schemas.microsoft.com/office/drawing/2014/main" id="{1AC9E886-BD82-4757-912B-F7589A22164F}"/>
              </a:ext>
            </a:extLst>
          </p:cNvPr>
          <p:cNvSpPr>
            <a:spLocks noGrp="1"/>
          </p:cNvSpPr>
          <p:nvPr>
            <p:ph idx="1"/>
          </p:nvPr>
        </p:nvSpPr>
        <p:spPr bwMode="gray"/>
        <p:txBody>
          <a:bodyPr/>
          <a:lstStyle/>
          <a:p>
            <a:r>
              <a:rPr lang="id-ID" dirty="0" smtClean="0"/>
              <a:t>Mengerti batasan, memahami kewenangan</a:t>
            </a:r>
            <a:endParaRPr lang="en-US" dirty="0"/>
          </a:p>
        </p:txBody>
      </p:sp>
      <p:sp>
        <p:nvSpPr>
          <p:cNvPr id="16" name="Rectangle 15">
            <a:extLst>
              <a:ext uri="{FF2B5EF4-FFF2-40B4-BE49-F238E27FC236}">
                <a16:creationId xmlns="" xmlns:a16="http://schemas.microsoft.com/office/drawing/2014/main" id="{05860339-31F7-4884-957E-5C40F818EBB8}"/>
              </a:ext>
              <a:ext uri="{C183D7F6-B498-43B3-948B-1728B52AA6E4}">
                <adec:decorative xmlns="" xmlns:adec="http://schemas.microsoft.com/office/drawing/2017/decorative" val="1"/>
              </a:ext>
            </a:extLst>
          </p:cNvPr>
          <p:cNvSpPr/>
          <p:nvPr/>
        </p:nvSpPr>
        <p:spPr>
          <a:xfrm>
            <a:off x="6630791" y="2392220"/>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descr="Gold bars" title="Placeholder Icon">
            <a:extLst>
              <a:ext uri="{FF2B5EF4-FFF2-40B4-BE49-F238E27FC236}">
                <a16:creationId xmlns="" xmlns:a16="http://schemas.microsoft.com/office/drawing/2014/main" id="{7CF8B318-D925-4AA4-A626-B915F8B9603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6929925" y="2691354"/>
            <a:ext cx="516155" cy="516155"/>
          </a:xfrm>
          <a:prstGeom prst="rect">
            <a:avLst/>
          </a:prstGeom>
        </p:spPr>
      </p:pic>
      <p:sp>
        <p:nvSpPr>
          <p:cNvPr id="6" name="Text Placeholder 5">
            <a:extLst>
              <a:ext uri="{FF2B5EF4-FFF2-40B4-BE49-F238E27FC236}">
                <a16:creationId xmlns="" xmlns:a16="http://schemas.microsoft.com/office/drawing/2014/main" id="{0F0E443A-F987-4A67-86AD-557D61E47992}"/>
              </a:ext>
            </a:extLst>
          </p:cNvPr>
          <p:cNvSpPr>
            <a:spLocks noGrp="1"/>
          </p:cNvSpPr>
          <p:nvPr>
            <p:ph type="body" sz="quarter" idx="13"/>
          </p:nvPr>
        </p:nvSpPr>
        <p:spPr>
          <a:xfrm>
            <a:off x="6288002" y="4130531"/>
            <a:ext cx="1800000" cy="360000"/>
          </a:xfrm>
        </p:spPr>
        <p:txBody>
          <a:bodyPr/>
          <a:lstStyle/>
          <a:p>
            <a:r>
              <a:rPr lang="en-US" dirty="0" err="1" smtClean="0">
                <a:solidFill>
                  <a:schemeClr val="tx1">
                    <a:lumMod val="75000"/>
                    <a:lumOff val="25000"/>
                  </a:schemeClr>
                </a:solidFill>
              </a:rPr>
              <a:t>Priorit</a:t>
            </a:r>
            <a:r>
              <a:rPr lang="id-ID" dirty="0" smtClean="0">
                <a:solidFill>
                  <a:schemeClr val="tx1">
                    <a:lumMod val="75000"/>
                    <a:lumOff val="25000"/>
                  </a:schemeClr>
                </a:solidFill>
              </a:rPr>
              <a:t>as</a:t>
            </a:r>
            <a:endParaRPr lang="en-US" dirty="0">
              <a:solidFill>
                <a:schemeClr val="tx1">
                  <a:lumMod val="75000"/>
                  <a:lumOff val="25000"/>
                </a:schemeClr>
              </a:solidFill>
            </a:endParaRPr>
          </a:p>
        </p:txBody>
      </p:sp>
      <p:cxnSp>
        <p:nvCxnSpPr>
          <p:cNvPr id="18" name="Straight Connector 17">
            <a:extLst>
              <a:ext uri="{FF2B5EF4-FFF2-40B4-BE49-F238E27FC236}">
                <a16:creationId xmlns="" xmlns:a16="http://schemas.microsoft.com/office/drawing/2014/main" id="{45C26E9A-3991-49A2-8D63-94C577E8A0AC}"/>
              </a:ext>
              <a:ext uri="{C183D7F6-B498-43B3-948B-1728B52AA6E4}">
                <adec:decorative xmlns="" xmlns:adec="http://schemas.microsoft.com/office/drawing/2017/decorative" val="1"/>
              </a:ext>
            </a:extLst>
          </p:cNvPr>
          <p:cNvCxnSpPr>
            <a:cxnSpLocks/>
          </p:cNvCxnSpPr>
          <p:nvPr/>
        </p:nvCxnSpPr>
        <p:spPr>
          <a:xfrm>
            <a:off x="6414002" y="4614863"/>
            <a:ext cx="1548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 xmlns:a16="http://schemas.microsoft.com/office/drawing/2014/main" id="{34535CB7-70A5-4E0C-835B-C50960E5BC69}"/>
              </a:ext>
            </a:extLst>
          </p:cNvPr>
          <p:cNvSpPr>
            <a:spLocks noGrp="1"/>
          </p:cNvSpPr>
          <p:nvPr>
            <p:ph type="body" sz="quarter" idx="14"/>
          </p:nvPr>
        </p:nvSpPr>
        <p:spPr>
          <a:xfrm>
            <a:off x="6288002" y="4764931"/>
            <a:ext cx="1800000" cy="720000"/>
          </a:xfrm>
        </p:spPr>
        <p:txBody>
          <a:bodyPr/>
          <a:lstStyle/>
          <a:p>
            <a:r>
              <a:rPr lang="id-ID" dirty="0" smtClean="0"/>
              <a:t>Pemilihan             Akun Medsos</a:t>
            </a:r>
            <a:endParaRPr lang="en-US" dirty="0"/>
          </a:p>
        </p:txBody>
      </p:sp>
      <p:sp>
        <p:nvSpPr>
          <p:cNvPr id="15" name="Rectangle 14">
            <a:extLst>
              <a:ext uri="{FF2B5EF4-FFF2-40B4-BE49-F238E27FC236}">
                <a16:creationId xmlns="" xmlns:a16="http://schemas.microsoft.com/office/drawing/2014/main" id="{056960D0-0A22-4E28-82F3-B9AA805E96A4}"/>
              </a:ext>
              <a:ext uri="{C183D7F6-B498-43B3-948B-1728B52AA6E4}">
                <adec:decorative xmlns="" xmlns:adec="http://schemas.microsoft.com/office/drawing/2017/decorative" val="1"/>
              </a:ext>
            </a:extLst>
          </p:cNvPr>
          <p:cNvSpPr/>
          <p:nvPr/>
        </p:nvSpPr>
        <p:spPr>
          <a:xfrm>
            <a:off x="8545316" y="2392220"/>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Pencil" title="Placeholder Icon">
            <a:extLst>
              <a:ext uri="{FF2B5EF4-FFF2-40B4-BE49-F238E27FC236}">
                <a16:creationId xmlns="" xmlns:a16="http://schemas.microsoft.com/office/drawing/2014/main" id="{87645AAE-99D6-4DF7-BBA8-ACD6942E164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8844450" y="2691354"/>
            <a:ext cx="516155" cy="516155"/>
          </a:xfrm>
          <a:prstGeom prst="rect">
            <a:avLst/>
          </a:prstGeom>
        </p:spPr>
      </p:pic>
      <p:sp>
        <p:nvSpPr>
          <p:cNvPr id="8" name="Text Placeholder 7">
            <a:extLst>
              <a:ext uri="{FF2B5EF4-FFF2-40B4-BE49-F238E27FC236}">
                <a16:creationId xmlns="" xmlns:a16="http://schemas.microsoft.com/office/drawing/2014/main" id="{FA562AA1-9ED1-4AA1-8F21-A53B5A69CB06}"/>
              </a:ext>
            </a:extLst>
          </p:cNvPr>
          <p:cNvSpPr>
            <a:spLocks noGrp="1"/>
          </p:cNvSpPr>
          <p:nvPr>
            <p:ph type="body" sz="quarter" idx="15"/>
          </p:nvPr>
        </p:nvSpPr>
        <p:spPr>
          <a:xfrm>
            <a:off x="8202527" y="4130531"/>
            <a:ext cx="1800000" cy="360000"/>
          </a:xfrm>
        </p:spPr>
        <p:txBody>
          <a:bodyPr/>
          <a:lstStyle/>
          <a:p>
            <a:r>
              <a:rPr lang="id-ID" dirty="0" smtClean="0">
                <a:solidFill>
                  <a:schemeClr val="tx1">
                    <a:lumMod val="75000"/>
                    <a:lumOff val="25000"/>
                  </a:schemeClr>
                </a:solidFill>
              </a:rPr>
              <a:t>Kewenangan</a:t>
            </a:r>
            <a:endParaRPr lang="en-US" dirty="0">
              <a:solidFill>
                <a:schemeClr val="tx1">
                  <a:lumMod val="75000"/>
                  <a:lumOff val="25000"/>
                </a:schemeClr>
              </a:solidFill>
            </a:endParaRPr>
          </a:p>
        </p:txBody>
      </p:sp>
      <p:cxnSp>
        <p:nvCxnSpPr>
          <p:cNvPr id="19" name="Straight Connector 18">
            <a:extLst>
              <a:ext uri="{FF2B5EF4-FFF2-40B4-BE49-F238E27FC236}">
                <a16:creationId xmlns="" xmlns:a16="http://schemas.microsoft.com/office/drawing/2014/main" id="{4EAA895A-8A04-4C68-83A5-3E4F5209FB7E}"/>
              </a:ext>
              <a:ext uri="{C183D7F6-B498-43B3-948B-1728B52AA6E4}">
                <adec:decorative xmlns="" xmlns:adec="http://schemas.microsoft.com/office/drawing/2017/decorative" val="1"/>
              </a:ext>
            </a:extLst>
          </p:cNvPr>
          <p:cNvCxnSpPr>
            <a:cxnSpLocks/>
          </p:cNvCxnSpPr>
          <p:nvPr/>
        </p:nvCxnSpPr>
        <p:spPr>
          <a:xfrm>
            <a:off x="8328527" y="4614863"/>
            <a:ext cx="1548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 xmlns:a16="http://schemas.microsoft.com/office/drawing/2014/main" id="{29E0145E-8E4E-439B-A78F-92EC279B320C}"/>
              </a:ext>
            </a:extLst>
          </p:cNvPr>
          <p:cNvSpPr>
            <a:spLocks noGrp="1"/>
          </p:cNvSpPr>
          <p:nvPr>
            <p:ph type="body" sz="quarter" idx="16"/>
          </p:nvPr>
        </p:nvSpPr>
        <p:spPr>
          <a:xfrm>
            <a:off x="8202527" y="4764931"/>
            <a:ext cx="1800000" cy="720000"/>
          </a:xfrm>
        </p:spPr>
        <p:txBody>
          <a:bodyPr/>
          <a:lstStyle/>
          <a:p>
            <a:r>
              <a:rPr lang="id-ID" dirty="0" smtClean="0"/>
              <a:t>Apa saja yang bisa disampaikan</a:t>
            </a:r>
            <a:endParaRPr lang="en-US" dirty="0"/>
          </a:p>
        </p:txBody>
      </p:sp>
      <p:sp>
        <p:nvSpPr>
          <p:cNvPr id="17" name="Rectangle 16">
            <a:extLst>
              <a:ext uri="{FF2B5EF4-FFF2-40B4-BE49-F238E27FC236}">
                <a16:creationId xmlns="" xmlns:a16="http://schemas.microsoft.com/office/drawing/2014/main" id="{7AEBBE7F-98BB-4059-8F15-7198C7DAC337}"/>
              </a:ext>
              <a:ext uri="{C183D7F6-B498-43B3-948B-1728B52AA6E4}">
                <adec:decorative xmlns="" xmlns:adec="http://schemas.microsoft.com/office/drawing/2017/decorative" val="1"/>
              </a:ext>
            </a:extLst>
          </p:cNvPr>
          <p:cNvSpPr/>
          <p:nvPr/>
        </p:nvSpPr>
        <p:spPr>
          <a:xfrm>
            <a:off x="10459841" y="2392220"/>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descr="Coins" title="Placeholder Icon">
            <a:extLst>
              <a:ext uri="{FF2B5EF4-FFF2-40B4-BE49-F238E27FC236}">
                <a16:creationId xmlns="" xmlns:a16="http://schemas.microsoft.com/office/drawing/2014/main" id="{2BC353DF-7455-49A6-8C40-1E0630E1DA8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 xmlns:asvg="http://schemas.microsoft.com/office/drawing/2016/SVG/main" r:embed="rId9"/>
              </a:ext>
            </a:extLst>
          </a:blip>
          <a:stretch>
            <a:fillRect/>
          </a:stretch>
        </p:blipFill>
        <p:spPr>
          <a:xfrm>
            <a:off x="10758975" y="2691354"/>
            <a:ext cx="516155" cy="516155"/>
          </a:xfrm>
          <a:prstGeom prst="rect">
            <a:avLst/>
          </a:prstGeom>
        </p:spPr>
      </p:pic>
      <p:sp>
        <p:nvSpPr>
          <p:cNvPr id="10" name="Text Placeholder 9">
            <a:extLst>
              <a:ext uri="{FF2B5EF4-FFF2-40B4-BE49-F238E27FC236}">
                <a16:creationId xmlns="" xmlns:a16="http://schemas.microsoft.com/office/drawing/2014/main" id="{77D79B0F-EFCB-42B1-AEAE-0FE4763D4456}"/>
              </a:ext>
            </a:extLst>
          </p:cNvPr>
          <p:cNvSpPr>
            <a:spLocks noGrp="1"/>
          </p:cNvSpPr>
          <p:nvPr>
            <p:ph type="body" sz="quarter" idx="17"/>
          </p:nvPr>
        </p:nvSpPr>
        <p:spPr>
          <a:xfrm>
            <a:off x="10117052" y="4130531"/>
            <a:ext cx="1800000" cy="360000"/>
          </a:xfrm>
        </p:spPr>
        <p:txBody>
          <a:bodyPr/>
          <a:lstStyle/>
          <a:p>
            <a:r>
              <a:rPr lang="id-ID" dirty="0" smtClean="0">
                <a:solidFill>
                  <a:schemeClr val="tx1">
                    <a:lumMod val="75000"/>
                    <a:lumOff val="25000"/>
                  </a:schemeClr>
                </a:solidFill>
              </a:rPr>
              <a:t>Benefit/</a:t>
            </a:r>
            <a:r>
              <a:rPr lang="en-US" dirty="0" smtClean="0">
                <a:solidFill>
                  <a:schemeClr val="tx1">
                    <a:lumMod val="75000"/>
                    <a:lumOff val="25000"/>
                  </a:schemeClr>
                </a:solidFill>
              </a:rPr>
              <a:t>Monetize</a:t>
            </a:r>
            <a:endParaRPr lang="en-US" dirty="0">
              <a:solidFill>
                <a:schemeClr val="tx1">
                  <a:lumMod val="75000"/>
                  <a:lumOff val="25000"/>
                </a:schemeClr>
              </a:solidFill>
            </a:endParaRPr>
          </a:p>
        </p:txBody>
      </p:sp>
      <p:cxnSp>
        <p:nvCxnSpPr>
          <p:cNvPr id="20" name="Straight Connector 19">
            <a:extLst>
              <a:ext uri="{FF2B5EF4-FFF2-40B4-BE49-F238E27FC236}">
                <a16:creationId xmlns="" xmlns:a16="http://schemas.microsoft.com/office/drawing/2014/main" id="{59D2C94E-1924-4389-B84A-2828D610B220}"/>
              </a:ext>
              <a:ext uri="{C183D7F6-B498-43B3-948B-1728B52AA6E4}">
                <adec:decorative xmlns="" xmlns:adec="http://schemas.microsoft.com/office/drawing/2017/decorative" val="1"/>
              </a:ext>
            </a:extLst>
          </p:cNvPr>
          <p:cNvCxnSpPr>
            <a:cxnSpLocks/>
          </p:cNvCxnSpPr>
          <p:nvPr/>
        </p:nvCxnSpPr>
        <p:spPr>
          <a:xfrm>
            <a:off x="10243052" y="4614863"/>
            <a:ext cx="154800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 xmlns:a16="http://schemas.microsoft.com/office/drawing/2014/main" id="{1D0238C6-EDC9-431C-B062-27BAF34CDE16}"/>
              </a:ext>
            </a:extLst>
          </p:cNvPr>
          <p:cNvSpPr>
            <a:spLocks noGrp="1"/>
          </p:cNvSpPr>
          <p:nvPr>
            <p:ph type="body" sz="quarter" idx="18"/>
          </p:nvPr>
        </p:nvSpPr>
        <p:spPr>
          <a:xfrm>
            <a:off x="10117052" y="4764931"/>
            <a:ext cx="1800000" cy="720000"/>
          </a:xfrm>
        </p:spPr>
        <p:txBody>
          <a:bodyPr/>
          <a:lstStyle/>
          <a:p>
            <a:r>
              <a:rPr lang="id-ID" dirty="0" smtClean="0"/>
              <a:t>Penyebaran informasi/Kepercayaan</a:t>
            </a:r>
            <a:endParaRPr lang="en-US" dirty="0"/>
          </a:p>
        </p:txBody>
      </p:sp>
      <p:sp>
        <p:nvSpPr>
          <p:cNvPr id="3" name="Slide Number Placeholder 2">
            <a:extLst>
              <a:ext uri="{FF2B5EF4-FFF2-40B4-BE49-F238E27FC236}">
                <a16:creationId xmlns="" xmlns:a16="http://schemas.microsoft.com/office/drawing/2014/main" id="{8234C221-D094-445D-A8B7-0030E816562D}"/>
              </a:ext>
            </a:extLst>
          </p:cNvPr>
          <p:cNvSpPr>
            <a:spLocks noGrp="1"/>
          </p:cNvSpPr>
          <p:nvPr>
            <p:ph type="sldNum" sz="quarter" idx="11"/>
          </p:nvPr>
        </p:nvSpPr>
        <p:spPr/>
        <p:txBody>
          <a:bodyPr/>
          <a:lstStyle/>
          <a:p>
            <a:fld id="{4B73C415-D670-4716-A5EC-CC4D52CA2BAC}" type="slidenum">
              <a:rPr lang="en-US" smtClean="0"/>
              <a:pPr/>
              <a:t>3</a:t>
            </a:fld>
            <a:endParaRPr lang="en-US" dirty="0"/>
          </a:p>
        </p:txBody>
      </p:sp>
    </p:spTree>
    <p:extLst>
      <p:ext uri="{BB962C8B-B14F-4D97-AF65-F5344CB8AC3E}">
        <p14:creationId xmlns:p14="http://schemas.microsoft.com/office/powerpoint/2010/main" val="4126733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 xmlns:a16="http://schemas.microsoft.com/office/drawing/2014/main" id="{E3DC42C2-6B58-404C-B339-2C72808A5BE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 xmlns:a16="http://schemas.microsoft.com/office/drawing/2014/main" id="{A0D81407-D1A6-42DD-AE7A-4FA34ACD1317}"/>
              </a:ext>
            </a:extLst>
          </p:cNvPr>
          <p:cNvSpPr>
            <a:spLocks noGrp="1"/>
          </p:cNvSpPr>
          <p:nvPr>
            <p:ph type="title"/>
          </p:nvPr>
        </p:nvSpPr>
        <p:spPr>
          <a:xfrm>
            <a:off x="6096000" y="609600"/>
            <a:ext cx="5038844" cy="1356360"/>
          </a:xfrm>
        </p:spPr>
        <p:txBody>
          <a:bodyPr>
            <a:normAutofit/>
          </a:bodyPr>
          <a:lstStyle/>
          <a:p>
            <a:r>
              <a:rPr lang="id-ID" dirty="0" smtClean="0">
                <a:solidFill>
                  <a:srgbClr val="FFFFFF"/>
                </a:solidFill>
              </a:rPr>
              <a:t>Berkenalan dengan Medsos</a:t>
            </a:r>
            <a:endParaRPr lang="en-US" dirty="0">
              <a:solidFill>
                <a:srgbClr val="FFFFFF"/>
              </a:solidFill>
            </a:endParaRPr>
          </a:p>
        </p:txBody>
      </p:sp>
      <p:pic>
        <p:nvPicPr>
          <p:cNvPr id="4" name="Picture 3">
            <a:extLst>
              <a:ext uri="{FF2B5EF4-FFF2-40B4-BE49-F238E27FC236}">
                <a16:creationId xmlns="" xmlns:a16="http://schemas.microsoft.com/office/drawing/2014/main" id="{629F2A20-8FE1-4EA2-AE83-45314542A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037" y="243840"/>
            <a:ext cx="4881093" cy="6377939"/>
          </a:xfrm>
          <a:prstGeom prst="rect">
            <a:avLst/>
          </a:prstGeom>
        </p:spPr>
      </p:pic>
      <p:sp>
        <p:nvSpPr>
          <p:cNvPr id="8" name="Content Placeholder 7">
            <a:extLst>
              <a:ext uri="{FF2B5EF4-FFF2-40B4-BE49-F238E27FC236}">
                <a16:creationId xmlns="" xmlns:a16="http://schemas.microsoft.com/office/drawing/2014/main" id="{41FF5D4E-7134-4EA4-BA11-FE50F4576B73}"/>
              </a:ext>
            </a:extLst>
          </p:cNvPr>
          <p:cNvSpPr>
            <a:spLocks noGrp="1"/>
          </p:cNvSpPr>
          <p:nvPr>
            <p:ph idx="1"/>
          </p:nvPr>
        </p:nvSpPr>
        <p:spPr>
          <a:xfrm>
            <a:off x="6096000" y="2057400"/>
            <a:ext cx="5038844" cy="4038600"/>
          </a:xfrm>
        </p:spPr>
        <p:txBody>
          <a:bodyPr>
            <a:normAutofit/>
          </a:bodyPr>
          <a:lstStyle/>
          <a:p>
            <a:pPr>
              <a:buFontTx/>
              <a:buChar char="-"/>
            </a:pPr>
            <a:r>
              <a:rPr lang="id-ID" dirty="0" smtClean="0">
                <a:solidFill>
                  <a:srgbClr val="FFFFFF"/>
                </a:solidFill>
              </a:rPr>
              <a:t>Harus punya akun</a:t>
            </a:r>
          </a:p>
          <a:p>
            <a:pPr>
              <a:buFontTx/>
              <a:buChar char="-"/>
            </a:pPr>
            <a:r>
              <a:rPr lang="id-ID" dirty="0" smtClean="0">
                <a:solidFill>
                  <a:srgbClr val="FFFFFF"/>
                </a:solidFill>
              </a:rPr>
              <a:t>Ingat literasi media</a:t>
            </a:r>
          </a:p>
          <a:p>
            <a:pPr>
              <a:buFontTx/>
              <a:buChar char="-"/>
            </a:pPr>
            <a:r>
              <a:rPr lang="id-ID" dirty="0" smtClean="0">
                <a:solidFill>
                  <a:srgbClr val="FFFFFF"/>
                </a:solidFill>
              </a:rPr>
              <a:t>Ingat UU ITE</a:t>
            </a:r>
            <a:endParaRPr lang="en-US" dirty="0">
              <a:solidFill>
                <a:srgbClr val="FFFFFF"/>
              </a:solidFill>
            </a:endParaRPr>
          </a:p>
        </p:txBody>
      </p:sp>
      <p:sp>
        <p:nvSpPr>
          <p:cNvPr id="26" name="Rectangle 25">
            <a:extLst>
              <a:ext uri="{FF2B5EF4-FFF2-40B4-BE49-F238E27FC236}">
                <a16:creationId xmlns="" xmlns:a16="http://schemas.microsoft.com/office/drawing/2014/main" id="{FCF82941-5589-49BF-B6B1-76122B2D0EA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8600" y="243840"/>
            <a:ext cx="11724640" cy="6377939"/>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53420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A428ED-E8E6-4EBE-8C7C-8E6E2E5012C8}"/>
              </a:ext>
            </a:extLst>
          </p:cNvPr>
          <p:cNvSpPr>
            <a:spLocks noGrp="1"/>
          </p:cNvSpPr>
          <p:nvPr>
            <p:ph type="title"/>
          </p:nvPr>
        </p:nvSpPr>
        <p:spPr/>
        <p:txBody>
          <a:bodyPr/>
          <a:lstStyle/>
          <a:p>
            <a:r>
              <a:rPr lang="id-ID" dirty="0" smtClean="0"/>
              <a:t>Masalah Umum</a:t>
            </a:r>
            <a:endParaRPr lang="en-US" dirty="0"/>
          </a:p>
        </p:txBody>
      </p:sp>
      <p:pic>
        <p:nvPicPr>
          <p:cNvPr id="17" name="Picture Placeholder 16" descr="Laptop half open">
            <a:extLst>
              <a:ext uri="{FF2B5EF4-FFF2-40B4-BE49-F238E27FC236}">
                <a16:creationId xmlns="" xmlns:a16="http://schemas.microsoft.com/office/drawing/2014/main" id="{6449BBFB-CA06-403B-A774-11459956BDA0}"/>
              </a:ext>
            </a:extLst>
          </p:cNvPr>
          <p:cNvPicPr>
            <a:picLocks noGrp="1" noChangeAspect="1"/>
          </p:cNvPicPr>
          <p:nvPr>
            <p:ph type="pic" sz="quarter" idx="41"/>
          </p:nvPr>
        </p:nvPicPr>
        <p:blipFill rotWithShape="1">
          <a:blip r:embed="rId3" cstate="screen">
            <a:extLst>
              <a:ext uri="{28A0092B-C50C-407E-A947-70E740481C1C}">
                <a14:useLocalDpi xmlns:a14="http://schemas.microsoft.com/office/drawing/2010/main"/>
              </a:ext>
            </a:extLst>
          </a:blip>
          <a:srcRect/>
          <a:stretch/>
        </p:blipFill>
        <p:spPr>
          <a:xfrm>
            <a:off x="431800" y="1735138"/>
            <a:ext cx="1979613" cy="1981200"/>
          </a:xfrm>
        </p:spPr>
      </p:pic>
      <p:sp>
        <p:nvSpPr>
          <p:cNvPr id="5" name="Text Placeholder 4">
            <a:extLst>
              <a:ext uri="{FF2B5EF4-FFF2-40B4-BE49-F238E27FC236}">
                <a16:creationId xmlns="" xmlns:a16="http://schemas.microsoft.com/office/drawing/2014/main" id="{A96AA788-5F14-43DB-B035-1BC6DA150990}"/>
              </a:ext>
            </a:extLst>
          </p:cNvPr>
          <p:cNvSpPr>
            <a:spLocks noGrp="1"/>
          </p:cNvSpPr>
          <p:nvPr>
            <p:ph type="body" sz="quarter" idx="17"/>
          </p:nvPr>
        </p:nvSpPr>
        <p:spPr/>
        <p:txBody>
          <a:bodyPr/>
          <a:lstStyle/>
          <a:p>
            <a:r>
              <a:rPr lang="en-US" dirty="0" err="1" smtClean="0"/>
              <a:t>Produ</a:t>
            </a:r>
            <a:r>
              <a:rPr lang="id-ID" dirty="0" smtClean="0"/>
              <a:t>ktivitas </a:t>
            </a:r>
            <a:endParaRPr lang="en-US" dirty="0"/>
          </a:p>
        </p:txBody>
      </p:sp>
      <p:cxnSp>
        <p:nvCxnSpPr>
          <p:cNvPr id="20" name="Straight Connector 19">
            <a:extLst>
              <a:ext uri="{FF2B5EF4-FFF2-40B4-BE49-F238E27FC236}">
                <a16:creationId xmlns="" xmlns:a16="http://schemas.microsoft.com/office/drawing/2014/main" id="{B674B9A6-D55C-478C-8D92-D0BFBCD7B598}"/>
              </a:ext>
              <a:ext uri="{C183D7F6-B498-43B3-948B-1728B52AA6E4}">
                <adec:decorative xmlns="" xmlns:adec="http://schemas.microsoft.com/office/drawing/2017/decorative" val="1"/>
              </a:ext>
            </a:extLst>
          </p:cNvPr>
          <p:cNvCxnSpPr>
            <a:cxnSpLocks/>
          </p:cNvCxnSpPr>
          <p:nvPr/>
        </p:nvCxnSpPr>
        <p:spPr>
          <a:xfrm>
            <a:off x="611413" y="4484234"/>
            <a:ext cx="1800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 xmlns:a16="http://schemas.microsoft.com/office/drawing/2014/main" id="{CE675343-79F8-46AA-B56E-932984AB75EE}"/>
              </a:ext>
            </a:extLst>
          </p:cNvPr>
          <p:cNvSpPr>
            <a:spLocks noGrp="1"/>
          </p:cNvSpPr>
          <p:nvPr>
            <p:ph type="body" sz="quarter" idx="18"/>
          </p:nvPr>
        </p:nvSpPr>
        <p:spPr/>
        <p:txBody>
          <a:bodyPr/>
          <a:lstStyle/>
          <a:p>
            <a:r>
              <a:rPr lang="id-ID" dirty="0" smtClean="0"/>
              <a:t>Kurang istiqomah</a:t>
            </a:r>
            <a:endParaRPr lang="en-US" dirty="0"/>
          </a:p>
        </p:txBody>
      </p:sp>
      <p:pic>
        <p:nvPicPr>
          <p:cNvPr id="39" name="Picture Placeholder 38" descr="Woman looking puzzled while looking at a screen">
            <a:extLst>
              <a:ext uri="{FF2B5EF4-FFF2-40B4-BE49-F238E27FC236}">
                <a16:creationId xmlns="" xmlns:a16="http://schemas.microsoft.com/office/drawing/2014/main" id="{0DDAC36A-574D-4761-9BCF-874D3C265750}"/>
              </a:ext>
            </a:extLst>
          </p:cNvPr>
          <p:cNvPicPr>
            <a:picLocks noGrp="1" noChangeAspect="1"/>
          </p:cNvPicPr>
          <p:nvPr>
            <p:ph type="pic" sz="quarter" idx="42"/>
          </p:nvPr>
        </p:nvPicPr>
        <p:blipFill rotWithShape="1">
          <a:blip r:embed="rId4" cstate="screen">
            <a:extLst>
              <a:ext uri="{28A0092B-C50C-407E-A947-70E740481C1C}">
                <a14:useLocalDpi xmlns:a14="http://schemas.microsoft.com/office/drawing/2010/main"/>
              </a:ext>
            </a:extLst>
          </a:blip>
          <a:srcRect/>
          <a:stretch/>
        </p:blipFill>
        <p:spPr>
          <a:xfrm>
            <a:off x="2771850" y="1735138"/>
            <a:ext cx="1979613" cy="1981200"/>
          </a:xfrm>
        </p:spPr>
      </p:pic>
      <p:sp>
        <p:nvSpPr>
          <p:cNvPr id="7" name="Text Placeholder 6">
            <a:extLst>
              <a:ext uri="{FF2B5EF4-FFF2-40B4-BE49-F238E27FC236}">
                <a16:creationId xmlns="" xmlns:a16="http://schemas.microsoft.com/office/drawing/2014/main" id="{1806F98B-6BF9-4D0F-B7E7-561F064602FD}"/>
              </a:ext>
            </a:extLst>
          </p:cNvPr>
          <p:cNvSpPr>
            <a:spLocks noGrp="1"/>
          </p:cNvSpPr>
          <p:nvPr>
            <p:ph type="body" sz="quarter" idx="33"/>
          </p:nvPr>
        </p:nvSpPr>
        <p:spPr/>
        <p:txBody>
          <a:bodyPr/>
          <a:lstStyle/>
          <a:p>
            <a:r>
              <a:rPr lang="id-ID" dirty="0" smtClean="0"/>
              <a:t>Gampang Frustasi</a:t>
            </a:r>
            <a:endParaRPr lang="en-US" dirty="0"/>
          </a:p>
        </p:txBody>
      </p:sp>
      <p:cxnSp>
        <p:nvCxnSpPr>
          <p:cNvPr id="21" name="Straight Connector 20">
            <a:extLst>
              <a:ext uri="{FF2B5EF4-FFF2-40B4-BE49-F238E27FC236}">
                <a16:creationId xmlns="" xmlns:a16="http://schemas.microsoft.com/office/drawing/2014/main" id="{5A0322F4-E79A-4E4D-98CA-2DC1692F90C3}"/>
              </a:ext>
              <a:ext uri="{C183D7F6-B498-43B3-948B-1728B52AA6E4}">
                <adec:decorative xmlns="" xmlns:adec="http://schemas.microsoft.com/office/drawing/2017/decorative" val="1"/>
              </a:ext>
            </a:extLst>
          </p:cNvPr>
          <p:cNvCxnSpPr>
            <a:cxnSpLocks/>
          </p:cNvCxnSpPr>
          <p:nvPr/>
        </p:nvCxnSpPr>
        <p:spPr>
          <a:xfrm>
            <a:off x="2861850" y="4484234"/>
            <a:ext cx="1800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 xmlns:a16="http://schemas.microsoft.com/office/drawing/2014/main" id="{93694D25-DE51-4F33-9ED7-7D9F4891DD93}"/>
              </a:ext>
            </a:extLst>
          </p:cNvPr>
          <p:cNvSpPr>
            <a:spLocks noGrp="1"/>
          </p:cNvSpPr>
          <p:nvPr>
            <p:ph type="body" sz="quarter" idx="34"/>
          </p:nvPr>
        </p:nvSpPr>
        <p:spPr>
          <a:xfrm>
            <a:off x="2771850" y="4605832"/>
            <a:ext cx="1980000" cy="720000"/>
          </a:xfrm>
        </p:spPr>
        <p:txBody>
          <a:bodyPr/>
          <a:lstStyle/>
          <a:p>
            <a:r>
              <a:rPr lang="id-ID" dirty="0" smtClean="0"/>
              <a:t>Sedikitnya viewer</a:t>
            </a:r>
            <a:endParaRPr lang="en-US" dirty="0"/>
          </a:p>
        </p:txBody>
      </p:sp>
      <p:pic>
        <p:nvPicPr>
          <p:cNvPr id="43" name="Picture Placeholder 42" descr="Desk from top with someone tapping on a mobile phone">
            <a:extLst>
              <a:ext uri="{FF2B5EF4-FFF2-40B4-BE49-F238E27FC236}">
                <a16:creationId xmlns="" xmlns:a16="http://schemas.microsoft.com/office/drawing/2014/main" id="{3A7E12C8-81B9-4B69-8557-9B66C1AD1251}"/>
              </a:ext>
            </a:extLst>
          </p:cNvPr>
          <p:cNvPicPr>
            <a:picLocks noGrp="1" noChangeAspect="1"/>
          </p:cNvPicPr>
          <p:nvPr>
            <p:ph type="pic" sz="quarter" idx="43"/>
          </p:nvPr>
        </p:nvPicPr>
        <p:blipFill rotWithShape="1">
          <a:blip r:embed="rId5" cstate="screen">
            <a:extLst>
              <a:ext uri="{28A0092B-C50C-407E-A947-70E740481C1C}">
                <a14:useLocalDpi xmlns:a14="http://schemas.microsoft.com/office/drawing/2010/main"/>
              </a:ext>
            </a:extLst>
          </a:blip>
          <a:srcRect/>
          <a:stretch/>
        </p:blipFill>
        <p:spPr>
          <a:xfrm>
            <a:off x="5112287" y="1735138"/>
            <a:ext cx="1979613" cy="1981200"/>
          </a:xfrm>
        </p:spPr>
      </p:pic>
      <p:sp>
        <p:nvSpPr>
          <p:cNvPr id="9" name="Text Placeholder 8">
            <a:extLst>
              <a:ext uri="{FF2B5EF4-FFF2-40B4-BE49-F238E27FC236}">
                <a16:creationId xmlns="" xmlns:a16="http://schemas.microsoft.com/office/drawing/2014/main" id="{2F0A8A16-8E92-40C1-913D-8CB3B9C1DDAF}"/>
              </a:ext>
            </a:extLst>
          </p:cNvPr>
          <p:cNvSpPr>
            <a:spLocks noGrp="1"/>
          </p:cNvSpPr>
          <p:nvPr>
            <p:ph type="body" sz="quarter" idx="35"/>
          </p:nvPr>
        </p:nvSpPr>
        <p:spPr/>
        <p:txBody>
          <a:bodyPr/>
          <a:lstStyle/>
          <a:p>
            <a:r>
              <a:rPr lang="id-ID" dirty="0" smtClean="0"/>
              <a:t>Kepiawaian </a:t>
            </a:r>
            <a:endParaRPr lang="en-US" dirty="0"/>
          </a:p>
        </p:txBody>
      </p:sp>
      <p:cxnSp>
        <p:nvCxnSpPr>
          <p:cNvPr id="22" name="Straight Connector 21">
            <a:extLst>
              <a:ext uri="{FF2B5EF4-FFF2-40B4-BE49-F238E27FC236}">
                <a16:creationId xmlns="" xmlns:a16="http://schemas.microsoft.com/office/drawing/2014/main" id="{0DC27E82-D5C7-4AE4-BAF3-5DBB12CA0835}"/>
              </a:ext>
              <a:ext uri="{C183D7F6-B498-43B3-948B-1728B52AA6E4}">
                <adec:decorative xmlns="" xmlns:adec="http://schemas.microsoft.com/office/drawing/2017/decorative" val="1"/>
              </a:ext>
            </a:extLst>
          </p:cNvPr>
          <p:cNvCxnSpPr>
            <a:cxnSpLocks/>
          </p:cNvCxnSpPr>
          <p:nvPr/>
        </p:nvCxnSpPr>
        <p:spPr>
          <a:xfrm>
            <a:off x="5201900" y="4484234"/>
            <a:ext cx="1800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 xmlns:a16="http://schemas.microsoft.com/office/drawing/2014/main" id="{CC804944-6423-4C0F-ABB0-9CF01A05FD92}"/>
              </a:ext>
            </a:extLst>
          </p:cNvPr>
          <p:cNvSpPr>
            <a:spLocks noGrp="1"/>
          </p:cNvSpPr>
          <p:nvPr>
            <p:ph type="body" sz="quarter" idx="36"/>
          </p:nvPr>
        </p:nvSpPr>
        <p:spPr>
          <a:xfrm>
            <a:off x="5111900" y="4605832"/>
            <a:ext cx="1980000" cy="720000"/>
          </a:xfrm>
        </p:spPr>
        <p:txBody>
          <a:bodyPr/>
          <a:lstStyle/>
          <a:p>
            <a:r>
              <a:rPr lang="id-ID" dirty="0" smtClean="0"/>
              <a:t>Banyak fitur</a:t>
            </a:r>
            <a:endParaRPr lang="en-US" dirty="0"/>
          </a:p>
        </p:txBody>
      </p:sp>
      <p:pic>
        <p:nvPicPr>
          <p:cNvPr id="71" name="Picture Placeholder 70" descr="Microchip pins">
            <a:extLst>
              <a:ext uri="{FF2B5EF4-FFF2-40B4-BE49-F238E27FC236}">
                <a16:creationId xmlns="" xmlns:a16="http://schemas.microsoft.com/office/drawing/2014/main" id="{C698E7AD-8D61-4952-9F38-6E6313EE4B05}"/>
              </a:ext>
            </a:extLst>
          </p:cNvPr>
          <p:cNvPicPr>
            <a:picLocks noGrp="1" noChangeAspect="1"/>
          </p:cNvPicPr>
          <p:nvPr>
            <p:ph type="pic" sz="quarter" idx="44"/>
          </p:nvPr>
        </p:nvPicPr>
        <p:blipFill>
          <a:blip r:embed="rId6" cstate="screen">
            <a:extLst>
              <a:ext uri="{28A0092B-C50C-407E-A947-70E740481C1C}">
                <a14:useLocalDpi xmlns:a14="http://schemas.microsoft.com/office/drawing/2010/main"/>
              </a:ext>
            </a:extLst>
          </a:blip>
          <a:srcRect/>
          <a:stretch>
            <a:fillRect/>
          </a:stretch>
        </p:blipFill>
        <p:spPr/>
      </p:pic>
      <p:sp>
        <p:nvSpPr>
          <p:cNvPr id="11" name="Text Placeholder 10">
            <a:extLst>
              <a:ext uri="{FF2B5EF4-FFF2-40B4-BE49-F238E27FC236}">
                <a16:creationId xmlns="" xmlns:a16="http://schemas.microsoft.com/office/drawing/2014/main" id="{3BF93F76-B979-4659-9F60-ADD378371A4D}"/>
              </a:ext>
            </a:extLst>
          </p:cNvPr>
          <p:cNvSpPr>
            <a:spLocks noGrp="1"/>
          </p:cNvSpPr>
          <p:nvPr>
            <p:ph type="body" sz="quarter" idx="37"/>
          </p:nvPr>
        </p:nvSpPr>
        <p:spPr/>
        <p:txBody>
          <a:bodyPr/>
          <a:lstStyle/>
          <a:p>
            <a:r>
              <a:rPr lang="id-ID" dirty="0" smtClean="0"/>
              <a:t>‘Infrastruktur’</a:t>
            </a:r>
            <a:endParaRPr lang="en-US" dirty="0"/>
          </a:p>
        </p:txBody>
      </p:sp>
      <p:cxnSp>
        <p:nvCxnSpPr>
          <p:cNvPr id="23" name="Straight Connector 22">
            <a:extLst>
              <a:ext uri="{FF2B5EF4-FFF2-40B4-BE49-F238E27FC236}">
                <a16:creationId xmlns="" xmlns:a16="http://schemas.microsoft.com/office/drawing/2014/main" id="{8C3BE7D2-4C35-4BA9-9A98-1A6E17A84A71}"/>
              </a:ext>
              <a:ext uri="{C183D7F6-B498-43B3-948B-1728B52AA6E4}">
                <adec:decorative xmlns="" xmlns:adec="http://schemas.microsoft.com/office/drawing/2017/decorative" val="1"/>
              </a:ext>
            </a:extLst>
          </p:cNvPr>
          <p:cNvCxnSpPr>
            <a:cxnSpLocks/>
          </p:cNvCxnSpPr>
          <p:nvPr/>
        </p:nvCxnSpPr>
        <p:spPr>
          <a:xfrm>
            <a:off x="7541950" y="4484234"/>
            <a:ext cx="180000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 xmlns:a16="http://schemas.microsoft.com/office/drawing/2014/main" id="{179E7FC2-4098-49F6-8F55-7D42A85A40B6}"/>
              </a:ext>
            </a:extLst>
          </p:cNvPr>
          <p:cNvSpPr>
            <a:spLocks noGrp="1"/>
          </p:cNvSpPr>
          <p:nvPr>
            <p:ph type="body" sz="quarter" idx="38"/>
          </p:nvPr>
        </p:nvSpPr>
        <p:spPr>
          <a:xfrm>
            <a:off x="7451950" y="4605832"/>
            <a:ext cx="1980000" cy="720000"/>
          </a:xfrm>
        </p:spPr>
        <p:txBody>
          <a:bodyPr/>
          <a:lstStyle/>
          <a:p>
            <a:r>
              <a:rPr lang="id-ID" dirty="0" smtClean="0"/>
              <a:t>Bisnis yang ada, ataupun kecanggihan alat</a:t>
            </a:r>
            <a:endParaRPr lang="en-US" dirty="0"/>
          </a:p>
        </p:txBody>
      </p:sp>
      <p:pic>
        <p:nvPicPr>
          <p:cNvPr id="63" name="Picture Placeholder 62" descr="Tablet with screenshot of analytics">
            <a:extLst>
              <a:ext uri="{FF2B5EF4-FFF2-40B4-BE49-F238E27FC236}">
                <a16:creationId xmlns="" xmlns:a16="http://schemas.microsoft.com/office/drawing/2014/main" id="{DA70A5B7-C485-42A2-BB9D-2180002A6220}"/>
              </a:ext>
            </a:extLst>
          </p:cNvPr>
          <p:cNvPicPr>
            <a:picLocks noGrp="1" noChangeAspect="1"/>
          </p:cNvPicPr>
          <p:nvPr>
            <p:ph type="pic" sz="quarter" idx="45"/>
          </p:nvPr>
        </p:nvPicPr>
        <p:blipFill>
          <a:blip r:embed="rId7" cstate="screen">
            <a:extLst>
              <a:ext uri="{28A0092B-C50C-407E-A947-70E740481C1C}">
                <a14:useLocalDpi xmlns:a14="http://schemas.microsoft.com/office/drawing/2010/main"/>
              </a:ext>
            </a:extLst>
          </a:blip>
          <a:srcRect/>
          <a:stretch>
            <a:fillRect/>
          </a:stretch>
        </p:blipFill>
        <p:spPr/>
      </p:pic>
      <p:sp>
        <p:nvSpPr>
          <p:cNvPr id="13" name="Text Placeholder 12">
            <a:extLst>
              <a:ext uri="{FF2B5EF4-FFF2-40B4-BE49-F238E27FC236}">
                <a16:creationId xmlns="" xmlns:a16="http://schemas.microsoft.com/office/drawing/2014/main" id="{B42EB40D-8479-42AF-A4AE-92D6BE6908B5}"/>
              </a:ext>
            </a:extLst>
          </p:cNvPr>
          <p:cNvSpPr>
            <a:spLocks noGrp="1"/>
          </p:cNvSpPr>
          <p:nvPr>
            <p:ph type="body" sz="quarter" idx="39"/>
          </p:nvPr>
        </p:nvSpPr>
        <p:spPr/>
        <p:txBody>
          <a:bodyPr/>
          <a:lstStyle/>
          <a:p>
            <a:r>
              <a:rPr lang="id-ID" dirty="0" smtClean="0"/>
              <a:t>Analisa</a:t>
            </a:r>
            <a:endParaRPr lang="en-US" dirty="0"/>
          </a:p>
        </p:txBody>
      </p:sp>
      <p:cxnSp>
        <p:nvCxnSpPr>
          <p:cNvPr id="24" name="Straight Connector 23">
            <a:extLst>
              <a:ext uri="{FF2B5EF4-FFF2-40B4-BE49-F238E27FC236}">
                <a16:creationId xmlns="" xmlns:a16="http://schemas.microsoft.com/office/drawing/2014/main" id="{75979D46-D664-4267-B673-E6B048C084A4}"/>
              </a:ext>
              <a:ext uri="{C183D7F6-B498-43B3-948B-1728B52AA6E4}">
                <adec:decorative xmlns="" xmlns:adec="http://schemas.microsoft.com/office/drawing/2017/decorative" val="1"/>
              </a:ext>
            </a:extLst>
          </p:cNvPr>
          <p:cNvCxnSpPr>
            <a:cxnSpLocks/>
          </p:cNvCxnSpPr>
          <p:nvPr/>
        </p:nvCxnSpPr>
        <p:spPr>
          <a:xfrm>
            <a:off x="9882000" y="4484234"/>
            <a:ext cx="18000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 xmlns:a16="http://schemas.microsoft.com/office/drawing/2014/main" id="{D11578AB-8F47-4648-B827-D4367249BDBB}"/>
              </a:ext>
            </a:extLst>
          </p:cNvPr>
          <p:cNvSpPr>
            <a:spLocks noGrp="1"/>
          </p:cNvSpPr>
          <p:nvPr>
            <p:ph type="body" sz="quarter" idx="40"/>
          </p:nvPr>
        </p:nvSpPr>
        <p:spPr>
          <a:xfrm>
            <a:off x="9792000" y="4605832"/>
            <a:ext cx="1980000" cy="720000"/>
          </a:xfrm>
        </p:spPr>
        <p:txBody>
          <a:bodyPr/>
          <a:lstStyle/>
          <a:p>
            <a:r>
              <a:rPr lang="id-ID" dirty="0" smtClean="0"/>
              <a:t>Terkait AI, ataupun IoT</a:t>
            </a:r>
            <a:endParaRPr lang="en-US" dirty="0"/>
          </a:p>
        </p:txBody>
      </p:sp>
      <p:sp>
        <p:nvSpPr>
          <p:cNvPr id="3" name="Slide Number Placeholder 2">
            <a:extLst>
              <a:ext uri="{FF2B5EF4-FFF2-40B4-BE49-F238E27FC236}">
                <a16:creationId xmlns="" xmlns:a16="http://schemas.microsoft.com/office/drawing/2014/main" id="{B79F4F6B-299B-431B-AD93-01AF893D8C92}"/>
              </a:ext>
            </a:extLst>
          </p:cNvPr>
          <p:cNvSpPr>
            <a:spLocks noGrp="1"/>
          </p:cNvSpPr>
          <p:nvPr>
            <p:ph type="sldNum" sz="quarter" idx="11"/>
          </p:nvPr>
        </p:nvSpPr>
        <p:spPr/>
        <p:txBody>
          <a:bodyPr/>
          <a:lstStyle/>
          <a:p>
            <a:fld id="{4B73C415-D670-4716-A5EC-CC4D52CA2BAC}" type="slidenum">
              <a:rPr lang="en-US" smtClean="0"/>
              <a:pPr/>
              <a:t>5</a:t>
            </a:fld>
            <a:endParaRPr lang="en-US" dirty="0"/>
          </a:p>
        </p:txBody>
      </p:sp>
    </p:spTree>
    <p:extLst>
      <p:ext uri="{BB962C8B-B14F-4D97-AF65-F5344CB8AC3E}">
        <p14:creationId xmlns:p14="http://schemas.microsoft.com/office/powerpoint/2010/main" val="374517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 xmlns:a16="http://schemas.microsoft.com/office/drawing/2014/main" id="{7E468295-904F-0743-AD06-67DA21353B9E}"/>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0" y="1356874"/>
            <a:ext cx="6096000" cy="3657600"/>
          </a:xfrm>
        </p:spPr>
      </p:pic>
      <p:sp>
        <p:nvSpPr>
          <p:cNvPr id="20" name="Rectangle 19">
            <a:extLst>
              <a:ext uri="{FF2B5EF4-FFF2-40B4-BE49-F238E27FC236}">
                <a16:creationId xmlns="" xmlns:a16="http://schemas.microsoft.com/office/drawing/2014/main" id="{EFA08948-2B6F-46B1-9D2D-8D7B2B3FBD56}"/>
              </a:ext>
              <a:ext uri="{C183D7F6-B498-43B3-948B-1728B52AA6E4}">
                <adec:decorative xmlns=""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 xmlns:a16="http://schemas.microsoft.com/office/drawing/2014/main" id="{3560F281-4FF6-4617-A809-AC9C15ECF18A}"/>
              </a:ext>
            </a:extLst>
          </p:cNvPr>
          <p:cNvSpPr>
            <a:spLocks noGrp="1"/>
          </p:cNvSpPr>
          <p:nvPr>
            <p:ph type="title"/>
          </p:nvPr>
        </p:nvSpPr>
        <p:spPr>
          <a:xfrm>
            <a:off x="5118100" y="1869795"/>
            <a:ext cx="6641900" cy="1124345"/>
          </a:xfrm>
        </p:spPr>
        <p:txBody>
          <a:bodyPr>
            <a:normAutofit fontScale="90000"/>
          </a:bodyPr>
          <a:lstStyle/>
          <a:p>
            <a:r>
              <a:rPr lang="id-ID" dirty="0" smtClean="0"/>
              <a:t>Berani Memulai</a:t>
            </a:r>
            <a:endParaRPr lang="en-US" dirty="0"/>
          </a:p>
        </p:txBody>
      </p:sp>
      <p:sp>
        <p:nvSpPr>
          <p:cNvPr id="3" name="Text Placeholder 2">
            <a:extLst>
              <a:ext uri="{FF2B5EF4-FFF2-40B4-BE49-F238E27FC236}">
                <a16:creationId xmlns="" xmlns:a16="http://schemas.microsoft.com/office/drawing/2014/main" id="{611DC577-0A95-47D0-95D9-5F8DA763D46B}"/>
              </a:ext>
            </a:extLst>
          </p:cNvPr>
          <p:cNvSpPr>
            <a:spLocks noGrp="1"/>
          </p:cNvSpPr>
          <p:nvPr>
            <p:ph type="body" sz="quarter" idx="32"/>
          </p:nvPr>
        </p:nvSpPr>
        <p:spPr/>
        <p:txBody>
          <a:bodyPr>
            <a:normAutofit fontScale="92500" lnSpcReduction="20000"/>
          </a:bodyPr>
          <a:lstStyle/>
          <a:p>
            <a:r>
              <a:rPr lang="id-ID" dirty="0" smtClean="0"/>
              <a:t>Memahami Media Sosial adalah Panggung Kehidupan</a:t>
            </a:r>
            <a:endParaRPr lang="en-US" dirty="0"/>
          </a:p>
        </p:txBody>
      </p:sp>
      <p:sp>
        <p:nvSpPr>
          <p:cNvPr id="4" name="Content Placeholder 3">
            <a:extLst>
              <a:ext uri="{FF2B5EF4-FFF2-40B4-BE49-F238E27FC236}">
                <a16:creationId xmlns="" xmlns:a16="http://schemas.microsoft.com/office/drawing/2014/main" id="{D355C61F-C8F1-4977-8E1F-F16C0D9EA88C}"/>
              </a:ext>
            </a:extLst>
          </p:cNvPr>
          <p:cNvSpPr>
            <a:spLocks noGrp="1"/>
          </p:cNvSpPr>
          <p:nvPr>
            <p:ph sz="half" idx="1"/>
          </p:nvPr>
        </p:nvSpPr>
        <p:spPr>
          <a:xfrm>
            <a:off x="6287960" y="3763647"/>
            <a:ext cx="5472000" cy="2428351"/>
          </a:xfrm>
        </p:spPr>
        <p:txBody>
          <a:bodyPr>
            <a:normAutofit/>
          </a:bodyPr>
          <a:lstStyle/>
          <a:p>
            <a:r>
              <a:rPr lang="id-ID" dirty="0" smtClean="0"/>
              <a:t>Menyiapkan materi sebaik-baiknya untuk diupload . Materi bisa tulisan, foto, video</a:t>
            </a:r>
          </a:p>
          <a:p>
            <a:r>
              <a:rPr lang="id-ID" dirty="0" smtClean="0"/>
              <a:t>Pilihan media sosial yang akan digunakan dan mengenal karakteristiknya.</a:t>
            </a:r>
          </a:p>
          <a:p>
            <a:r>
              <a:rPr lang="en-US" dirty="0" err="1"/>
              <a:t>Rajin</a:t>
            </a:r>
            <a:r>
              <a:rPr lang="en-US" dirty="0"/>
              <a:t> </a:t>
            </a:r>
            <a:r>
              <a:rPr lang="en-US" dirty="0" err="1"/>
              <a:t>menyapa</a:t>
            </a:r>
            <a:r>
              <a:rPr lang="en-US" dirty="0"/>
              <a:t> </a:t>
            </a:r>
            <a:r>
              <a:rPr lang="en-US" dirty="0" err="1"/>
              <a:t>atau</a:t>
            </a:r>
            <a:r>
              <a:rPr lang="en-US" dirty="0"/>
              <a:t> </a:t>
            </a:r>
            <a:r>
              <a:rPr lang="en-US" dirty="0" err="1"/>
              <a:t>memberi</a:t>
            </a:r>
            <a:r>
              <a:rPr lang="en-US" dirty="0"/>
              <a:t> </a:t>
            </a:r>
            <a:r>
              <a:rPr lang="en-US" dirty="0" err="1"/>
              <a:t>apresiasi</a:t>
            </a:r>
            <a:r>
              <a:rPr lang="en-US" dirty="0"/>
              <a:t> </a:t>
            </a:r>
            <a:r>
              <a:rPr lang="en-US" dirty="0" err="1"/>
              <a:t>terlebih</a:t>
            </a:r>
            <a:r>
              <a:rPr lang="en-US" dirty="0"/>
              <a:t> </a:t>
            </a:r>
            <a:r>
              <a:rPr lang="en-US" dirty="0" err="1"/>
              <a:t>dulu</a:t>
            </a:r>
            <a:r>
              <a:rPr lang="en-US" dirty="0"/>
              <a:t>. </a:t>
            </a:r>
            <a:r>
              <a:rPr lang="en-US" dirty="0" err="1"/>
              <a:t>Tak</a:t>
            </a:r>
            <a:r>
              <a:rPr lang="en-US" dirty="0"/>
              <a:t> </a:t>
            </a:r>
            <a:r>
              <a:rPr lang="en-US" dirty="0" err="1"/>
              <a:t>kenal</a:t>
            </a:r>
            <a:r>
              <a:rPr lang="en-US" dirty="0"/>
              <a:t> </a:t>
            </a:r>
            <a:r>
              <a:rPr lang="en-US" dirty="0" err="1"/>
              <a:t>maka</a:t>
            </a:r>
            <a:r>
              <a:rPr lang="en-US" dirty="0"/>
              <a:t> </a:t>
            </a:r>
            <a:r>
              <a:rPr lang="en-US" dirty="0" err="1"/>
              <a:t>tak</a:t>
            </a:r>
            <a:r>
              <a:rPr lang="en-US" dirty="0"/>
              <a:t> </a:t>
            </a:r>
            <a:r>
              <a:rPr lang="en-US" dirty="0" err="1"/>
              <a:t>sayang</a:t>
            </a:r>
            <a:r>
              <a:rPr lang="en-US" dirty="0"/>
              <a:t>. </a:t>
            </a:r>
          </a:p>
          <a:p>
            <a:endParaRPr lang="en-US" dirty="0"/>
          </a:p>
        </p:txBody>
      </p:sp>
      <p:sp>
        <p:nvSpPr>
          <p:cNvPr id="6" name="Slide Number Placeholder 5">
            <a:extLst>
              <a:ext uri="{FF2B5EF4-FFF2-40B4-BE49-F238E27FC236}">
                <a16:creationId xmlns=""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6</a:t>
            </a:fld>
            <a:endParaRPr lang="en-US" dirty="0"/>
          </a:p>
        </p:txBody>
      </p:sp>
    </p:spTree>
    <p:extLst>
      <p:ext uri="{BB962C8B-B14F-4D97-AF65-F5344CB8AC3E}">
        <p14:creationId xmlns:p14="http://schemas.microsoft.com/office/powerpoint/2010/main" val="193387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a:extLst>
              <a:ext uri="{FF2B5EF4-FFF2-40B4-BE49-F238E27FC236}">
                <a16:creationId xmlns="" xmlns:a16="http://schemas.microsoft.com/office/drawing/2014/main" id="{8B618502-6263-424A-824A-C269440BC60D}"/>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432000" y="663842"/>
            <a:ext cx="5472000" cy="3060899"/>
          </a:xfrm>
        </p:spPr>
      </p:pic>
      <p:sp>
        <p:nvSpPr>
          <p:cNvPr id="5" name="Title 4">
            <a:extLst>
              <a:ext uri="{FF2B5EF4-FFF2-40B4-BE49-F238E27FC236}">
                <a16:creationId xmlns="" xmlns:a16="http://schemas.microsoft.com/office/drawing/2014/main" id="{F58C420A-3AEC-4BE5-BD90-C854A306696C}"/>
              </a:ext>
            </a:extLst>
          </p:cNvPr>
          <p:cNvSpPr>
            <a:spLocks noGrp="1"/>
          </p:cNvSpPr>
          <p:nvPr>
            <p:ph type="title"/>
          </p:nvPr>
        </p:nvSpPr>
        <p:spPr bwMode="gray"/>
        <p:txBody>
          <a:bodyPr/>
          <a:lstStyle/>
          <a:p>
            <a:r>
              <a:rPr lang="id-ID" dirty="0" smtClean="0"/>
              <a:t>Strategi           ‘Menulis’ di Medsos</a:t>
            </a:r>
            <a:endParaRPr lang="en-US" dirty="0"/>
          </a:p>
        </p:txBody>
      </p:sp>
      <p:cxnSp>
        <p:nvCxnSpPr>
          <p:cNvPr id="12" name="Straight Connector 11">
            <a:extLst>
              <a:ext uri="{FF2B5EF4-FFF2-40B4-BE49-F238E27FC236}">
                <a16:creationId xmlns="" xmlns:a16="http://schemas.microsoft.com/office/drawing/2014/main" id="{3E48293B-B086-4048-863C-47E7C47880A1}"/>
              </a:ext>
              <a:ext uri="{C183D7F6-B498-43B3-948B-1728B52AA6E4}">
                <adec:decorative xmlns="" xmlns:adec="http://schemas.microsoft.com/office/drawing/2017/decorative" val="1"/>
              </a:ext>
            </a:extLst>
          </p:cNvPr>
          <p:cNvCxnSpPr>
            <a:cxnSpLocks/>
          </p:cNvCxnSpPr>
          <p:nvPr/>
        </p:nvCxnSpPr>
        <p:spPr bwMode="gray">
          <a:xfrm>
            <a:off x="680728" y="5491163"/>
            <a:ext cx="4974545" cy="0"/>
          </a:xfrm>
          <a:prstGeom prst="line">
            <a:avLst/>
          </a:prstGeom>
          <a:ln>
            <a:gradFill>
              <a:gsLst>
                <a:gs pos="0">
                  <a:schemeClr val="accent1"/>
                </a:gs>
                <a:gs pos="51300">
                  <a:schemeClr val="accent2"/>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
        <p:nvSpPr>
          <p:cNvPr id="2" name="Content Placeholder 1">
            <a:extLst>
              <a:ext uri="{FF2B5EF4-FFF2-40B4-BE49-F238E27FC236}">
                <a16:creationId xmlns="" xmlns:a16="http://schemas.microsoft.com/office/drawing/2014/main" id="{1AC9E886-BD82-4757-912B-F7589A22164F}"/>
              </a:ext>
            </a:extLst>
          </p:cNvPr>
          <p:cNvSpPr>
            <a:spLocks noGrp="1"/>
          </p:cNvSpPr>
          <p:nvPr>
            <p:ph idx="1"/>
          </p:nvPr>
        </p:nvSpPr>
        <p:spPr bwMode="gray"/>
        <p:txBody>
          <a:bodyPr/>
          <a:lstStyle/>
          <a:p>
            <a:r>
              <a:rPr lang="id-ID" dirty="0" smtClean="0"/>
              <a:t>Kita tak pernah tahu, materi apa yang akan menjadi ‘trigger’ likes, follower, atau subscriber</a:t>
            </a:r>
            <a:endParaRPr lang="en-US" dirty="0"/>
          </a:p>
        </p:txBody>
      </p:sp>
      <p:sp>
        <p:nvSpPr>
          <p:cNvPr id="16" name="Rectangle 15">
            <a:extLst>
              <a:ext uri="{FF2B5EF4-FFF2-40B4-BE49-F238E27FC236}">
                <a16:creationId xmlns="" xmlns:a16="http://schemas.microsoft.com/office/drawing/2014/main" id="{05860339-31F7-4884-957E-5C40F818EBB8}"/>
              </a:ext>
              <a:ext uri="{C183D7F6-B498-43B3-948B-1728B52AA6E4}">
                <adec:decorative xmlns="" xmlns:adec="http://schemas.microsoft.com/office/drawing/2017/decorative" val="1"/>
              </a:ext>
            </a:extLst>
          </p:cNvPr>
          <p:cNvSpPr/>
          <p:nvPr/>
        </p:nvSpPr>
        <p:spPr>
          <a:xfrm>
            <a:off x="7421366" y="1108725"/>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Graphic 33" descr="Bullseye" title="Placeholder Icon">
            <a:extLst>
              <a:ext uri="{FF2B5EF4-FFF2-40B4-BE49-F238E27FC236}">
                <a16:creationId xmlns="" xmlns:a16="http://schemas.microsoft.com/office/drawing/2014/main" id="{01B04A53-CFF0-41E3-A36F-790D2F6B635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7721177" y="1408536"/>
            <a:ext cx="514800" cy="514800"/>
          </a:xfrm>
          <a:prstGeom prst="rect">
            <a:avLst/>
          </a:prstGeom>
        </p:spPr>
      </p:pic>
      <p:sp>
        <p:nvSpPr>
          <p:cNvPr id="10" name="Text Placeholder 9">
            <a:extLst>
              <a:ext uri="{FF2B5EF4-FFF2-40B4-BE49-F238E27FC236}">
                <a16:creationId xmlns="" xmlns:a16="http://schemas.microsoft.com/office/drawing/2014/main" id="{77D79B0F-EFCB-42B1-AEAE-0FE4763D4456}"/>
              </a:ext>
            </a:extLst>
          </p:cNvPr>
          <p:cNvSpPr>
            <a:spLocks noGrp="1"/>
          </p:cNvSpPr>
          <p:nvPr>
            <p:ph type="body" sz="quarter" idx="17"/>
          </p:nvPr>
        </p:nvSpPr>
        <p:spPr>
          <a:xfrm>
            <a:off x="7078577" y="2360347"/>
            <a:ext cx="1800000" cy="360000"/>
          </a:xfrm>
        </p:spPr>
        <p:txBody>
          <a:bodyPr/>
          <a:lstStyle/>
          <a:p>
            <a:r>
              <a:rPr lang="id-ID" dirty="0" smtClean="0"/>
              <a:t>News Value </a:t>
            </a:r>
            <a:endParaRPr lang="en-US" dirty="0">
              <a:solidFill>
                <a:schemeClr val="tx1">
                  <a:lumMod val="75000"/>
                  <a:lumOff val="25000"/>
                </a:schemeClr>
              </a:solidFill>
            </a:endParaRPr>
          </a:p>
        </p:txBody>
      </p:sp>
      <p:cxnSp>
        <p:nvCxnSpPr>
          <p:cNvPr id="18" name="Straight Connector 17">
            <a:extLst>
              <a:ext uri="{FF2B5EF4-FFF2-40B4-BE49-F238E27FC236}">
                <a16:creationId xmlns="" xmlns:a16="http://schemas.microsoft.com/office/drawing/2014/main" id="{45C26E9A-3991-49A2-8D63-94C577E8A0AC}"/>
              </a:ext>
              <a:ext uri="{C183D7F6-B498-43B3-948B-1728B52AA6E4}">
                <adec:decorative xmlns="" xmlns:adec="http://schemas.microsoft.com/office/drawing/2017/decorative" val="1"/>
              </a:ext>
            </a:extLst>
          </p:cNvPr>
          <p:cNvCxnSpPr>
            <a:cxnSpLocks/>
          </p:cNvCxnSpPr>
          <p:nvPr/>
        </p:nvCxnSpPr>
        <p:spPr>
          <a:xfrm>
            <a:off x="7204577" y="2857547"/>
            <a:ext cx="1548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 xmlns:a16="http://schemas.microsoft.com/office/drawing/2014/main" id="{1D0238C6-EDC9-431C-B062-27BAF34CDE16}"/>
              </a:ext>
            </a:extLst>
          </p:cNvPr>
          <p:cNvSpPr>
            <a:spLocks noGrp="1"/>
          </p:cNvSpPr>
          <p:nvPr>
            <p:ph type="body" sz="quarter" idx="18"/>
          </p:nvPr>
        </p:nvSpPr>
        <p:spPr>
          <a:xfrm>
            <a:off x="7078577" y="2994747"/>
            <a:ext cx="1800000" cy="720000"/>
          </a:xfrm>
        </p:spPr>
        <p:txBody>
          <a:bodyPr/>
          <a:lstStyle/>
          <a:p>
            <a:r>
              <a:rPr lang="id-ID" dirty="0" smtClean="0"/>
              <a:t>Penting dan menarik</a:t>
            </a:r>
            <a:endParaRPr lang="en-US" dirty="0">
              <a:solidFill>
                <a:schemeClr val="tx1">
                  <a:lumMod val="75000"/>
                  <a:lumOff val="25000"/>
                </a:schemeClr>
              </a:solidFill>
            </a:endParaRPr>
          </a:p>
        </p:txBody>
      </p:sp>
      <p:sp>
        <p:nvSpPr>
          <p:cNvPr id="15" name="Rectangle 14">
            <a:extLst>
              <a:ext uri="{FF2B5EF4-FFF2-40B4-BE49-F238E27FC236}">
                <a16:creationId xmlns="" xmlns:a16="http://schemas.microsoft.com/office/drawing/2014/main" id="{056960D0-0A22-4E28-82F3-B9AA805E96A4}"/>
              </a:ext>
              <a:ext uri="{C183D7F6-B498-43B3-948B-1728B52AA6E4}">
                <adec:decorative xmlns="" xmlns:adec="http://schemas.microsoft.com/office/drawing/2017/decorative" val="1"/>
              </a:ext>
            </a:extLst>
          </p:cNvPr>
          <p:cNvSpPr/>
          <p:nvPr/>
        </p:nvSpPr>
        <p:spPr>
          <a:xfrm>
            <a:off x="9745466" y="1108725"/>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descr="Lecturer" title="Placeholder Icon">
            <a:extLst>
              <a:ext uri="{FF2B5EF4-FFF2-40B4-BE49-F238E27FC236}">
                <a16:creationId xmlns="" xmlns:a16="http://schemas.microsoft.com/office/drawing/2014/main" id="{A67046E4-7EA7-414C-8B67-BE9C73705C8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10045277" y="1408536"/>
            <a:ext cx="514800" cy="514800"/>
          </a:xfrm>
          <a:prstGeom prst="rect">
            <a:avLst/>
          </a:prstGeom>
        </p:spPr>
      </p:pic>
      <p:sp>
        <p:nvSpPr>
          <p:cNvPr id="4" name="Text Placeholder 3">
            <a:extLst>
              <a:ext uri="{FF2B5EF4-FFF2-40B4-BE49-F238E27FC236}">
                <a16:creationId xmlns="" xmlns:a16="http://schemas.microsoft.com/office/drawing/2014/main" id="{27325661-92B1-4FD6-80E6-C1A1C5F5B8BA}"/>
              </a:ext>
            </a:extLst>
          </p:cNvPr>
          <p:cNvSpPr>
            <a:spLocks noGrp="1"/>
          </p:cNvSpPr>
          <p:nvPr>
            <p:ph type="body" sz="quarter" idx="19"/>
          </p:nvPr>
        </p:nvSpPr>
        <p:spPr>
          <a:xfrm>
            <a:off x="9402677" y="2360347"/>
            <a:ext cx="1800000" cy="360000"/>
          </a:xfrm>
        </p:spPr>
        <p:txBody>
          <a:bodyPr/>
          <a:lstStyle/>
          <a:p>
            <a:r>
              <a:rPr lang="id-ID" dirty="0" smtClean="0"/>
              <a:t>To the point</a:t>
            </a:r>
            <a:endParaRPr lang="en-US" dirty="0">
              <a:solidFill>
                <a:schemeClr val="tx1">
                  <a:lumMod val="75000"/>
                  <a:lumOff val="25000"/>
                </a:schemeClr>
              </a:solidFill>
            </a:endParaRPr>
          </a:p>
        </p:txBody>
      </p:sp>
      <p:cxnSp>
        <p:nvCxnSpPr>
          <p:cNvPr id="19" name="Straight Connector 18">
            <a:extLst>
              <a:ext uri="{FF2B5EF4-FFF2-40B4-BE49-F238E27FC236}">
                <a16:creationId xmlns="" xmlns:a16="http://schemas.microsoft.com/office/drawing/2014/main" id="{4EAA895A-8A04-4C68-83A5-3E4F5209FB7E}"/>
              </a:ext>
              <a:ext uri="{C183D7F6-B498-43B3-948B-1728B52AA6E4}">
                <adec:decorative xmlns="" xmlns:adec="http://schemas.microsoft.com/office/drawing/2017/decorative" val="1"/>
              </a:ext>
            </a:extLst>
          </p:cNvPr>
          <p:cNvCxnSpPr>
            <a:cxnSpLocks/>
          </p:cNvCxnSpPr>
          <p:nvPr/>
        </p:nvCxnSpPr>
        <p:spPr>
          <a:xfrm>
            <a:off x="9528677" y="2857547"/>
            <a:ext cx="1548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 xmlns:a16="http://schemas.microsoft.com/office/drawing/2014/main" id="{C32C294C-1590-42EF-AA55-43D984432B57}"/>
              </a:ext>
            </a:extLst>
          </p:cNvPr>
          <p:cNvSpPr>
            <a:spLocks noGrp="1"/>
          </p:cNvSpPr>
          <p:nvPr>
            <p:ph type="body" sz="quarter" idx="20"/>
          </p:nvPr>
        </p:nvSpPr>
        <p:spPr>
          <a:xfrm>
            <a:off x="9402677" y="2994747"/>
            <a:ext cx="1800000" cy="720000"/>
          </a:xfrm>
        </p:spPr>
        <p:txBody>
          <a:bodyPr/>
          <a:lstStyle/>
          <a:p>
            <a:r>
              <a:rPr lang="id-ID" dirty="0" smtClean="0"/>
              <a:t>Pembaca suka       yang ringkas</a:t>
            </a:r>
            <a:endParaRPr lang="en-US" dirty="0">
              <a:solidFill>
                <a:schemeClr val="tx1">
                  <a:lumMod val="75000"/>
                  <a:lumOff val="25000"/>
                </a:schemeClr>
              </a:solidFill>
            </a:endParaRPr>
          </a:p>
        </p:txBody>
      </p:sp>
      <p:sp>
        <p:nvSpPr>
          <p:cNvPr id="17" name="Rectangle 16">
            <a:extLst>
              <a:ext uri="{FF2B5EF4-FFF2-40B4-BE49-F238E27FC236}">
                <a16:creationId xmlns="" xmlns:a16="http://schemas.microsoft.com/office/drawing/2014/main" id="{7AEBBE7F-98BB-4059-8F15-7198C7DAC337}"/>
              </a:ext>
              <a:ext uri="{C183D7F6-B498-43B3-948B-1728B52AA6E4}">
                <adec:decorative xmlns="" xmlns:adec="http://schemas.microsoft.com/office/drawing/2017/decorative" val="1"/>
              </a:ext>
            </a:extLst>
          </p:cNvPr>
          <p:cNvSpPr/>
          <p:nvPr/>
        </p:nvSpPr>
        <p:spPr>
          <a:xfrm>
            <a:off x="7421366" y="3759341"/>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 xmlns:a16="http://schemas.microsoft.com/office/drawing/2014/main" id="{E34FD3C6-9F01-4A17-AD96-054AF500405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30870" y="4059152"/>
            <a:ext cx="495414" cy="514800"/>
          </a:xfrm>
          <a:prstGeom prst="rect">
            <a:avLst/>
          </a:prstGeom>
        </p:spPr>
      </p:pic>
      <p:sp>
        <p:nvSpPr>
          <p:cNvPr id="6" name="Text Placeholder 5">
            <a:extLst>
              <a:ext uri="{FF2B5EF4-FFF2-40B4-BE49-F238E27FC236}">
                <a16:creationId xmlns="" xmlns:a16="http://schemas.microsoft.com/office/drawing/2014/main" id="{0F0E443A-F987-4A67-86AD-557D61E47992}"/>
              </a:ext>
            </a:extLst>
          </p:cNvPr>
          <p:cNvSpPr>
            <a:spLocks noGrp="1"/>
          </p:cNvSpPr>
          <p:nvPr>
            <p:ph type="body" sz="quarter" idx="13"/>
          </p:nvPr>
        </p:nvSpPr>
        <p:spPr>
          <a:xfrm>
            <a:off x="7078577" y="5010963"/>
            <a:ext cx="1800000" cy="360000"/>
          </a:xfrm>
        </p:spPr>
        <p:txBody>
          <a:bodyPr/>
          <a:lstStyle/>
          <a:p>
            <a:r>
              <a:rPr lang="en-US" dirty="0" smtClean="0">
                <a:solidFill>
                  <a:schemeClr val="tx1">
                    <a:lumMod val="75000"/>
                    <a:lumOff val="25000"/>
                  </a:schemeClr>
                </a:solidFill>
              </a:rPr>
              <a:t>T</a:t>
            </a:r>
            <a:r>
              <a:rPr lang="id-ID" dirty="0" smtClean="0">
                <a:solidFill>
                  <a:schemeClr val="tx1">
                    <a:lumMod val="75000"/>
                    <a:lumOff val="25000"/>
                  </a:schemeClr>
                </a:solidFill>
              </a:rPr>
              <a:t>agar</a:t>
            </a:r>
            <a:endParaRPr lang="en-US" dirty="0">
              <a:solidFill>
                <a:schemeClr val="tx1">
                  <a:lumMod val="75000"/>
                  <a:lumOff val="25000"/>
                </a:schemeClr>
              </a:solidFill>
            </a:endParaRPr>
          </a:p>
        </p:txBody>
      </p:sp>
      <p:cxnSp>
        <p:nvCxnSpPr>
          <p:cNvPr id="28" name="Straight Connector 27">
            <a:extLst>
              <a:ext uri="{FF2B5EF4-FFF2-40B4-BE49-F238E27FC236}">
                <a16:creationId xmlns="" xmlns:a16="http://schemas.microsoft.com/office/drawing/2014/main" id="{FDEE8591-D916-4064-8CD3-2AD3F759B9E2}"/>
              </a:ext>
              <a:ext uri="{C183D7F6-B498-43B3-948B-1728B52AA6E4}">
                <adec:decorative xmlns="" xmlns:adec="http://schemas.microsoft.com/office/drawing/2017/decorative" val="1"/>
              </a:ext>
            </a:extLst>
          </p:cNvPr>
          <p:cNvCxnSpPr>
            <a:cxnSpLocks/>
          </p:cNvCxnSpPr>
          <p:nvPr/>
        </p:nvCxnSpPr>
        <p:spPr>
          <a:xfrm>
            <a:off x="7204577" y="5508163"/>
            <a:ext cx="154800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 xmlns:a16="http://schemas.microsoft.com/office/drawing/2014/main" id="{34535CB7-70A5-4E0C-835B-C50960E5BC69}"/>
              </a:ext>
            </a:extLst>
          </p:cNvPr>
          <p:cNvSpPr>
            <a:spLocks noGrp="1"/>
          </p:cNvSpPr>
          <p:nvPr>
            <p:ph type="body" sz="quarter" idx="14"/>
          </p:nvPr>
        </p:nvSpPr>
        <p:spPr/>
        <p:txBody>
          <a:bodyPr/>
          <a:lstStyle/>
          <a:p>
            <a:r>
              <a:rPr lang="id-ID" dirty="0" smtClean="0"/>
              <a:t>Agar saling terkait</a:t>
            </a:r>
            <a:endParaRPr lang="en-US" dirty="0">
              <a:solidFill>
                <a:schemeClr val="tx1">
                  <a:lumMod val="75000"/>
                  <a:lumOff val="25000"/>
                </a:schemeClr>
              </a:solidFill>
            </a:endParaRPr>
          </a:p>
        </p:txBody>
      </p:sp>
      <p:sp>
        <p:nvSpPr>
          <p:cNvPr id="26" name="Rectangle 25">
            <a:extLst>
              <a:ext uri="{FF2B5EF4-FFF2-40B4-BE49-F238E27FC236}">
                <a16:creationId xmlns="" xmlns:a16="http://schemas.microsoft.com/office/drawing/2014/main" id="{A892DD94-78B8-4911-A32B-3B174E2921B2}"/>
              </a:ext>
              <a:ext uri="{C183D7F6-B498-43B3-948B-1728B52AA6E4}">
                <adec:decorative xmlns="" xmlns:adec="http://schemas.microsoft.com/office/drawing/2017/decorative" val="1"/>
              </a:ext>
            </a:extLst>
          </p:cNvPr>
          <p:cNvSpPr/>
          <p:nvPr/>
        </p:nvSpPr>
        <p:spPr>
          <a:xfrm>
            <a:off x="9723042" y="3759341"/>
            <a:ext cx="1114422" cy="1114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Graphic 29" descr="Megaphone" title="Placeholder Icon">
            <a:extLst>
              <a:ext uri="{FF2B5EF4-FFF2-40B4-BE49-F238E27FC236}">
                <a16:creationId xmlns="" xmlns:a16="http://schemas.microsoft.com/office/drawing/2014/main" id="{72D31FC8-7143-4EC0-8D99-6AE8BC0B8DFB}"/>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1"/>
              </a:ext>
            </a:extLst>
          </a:blip>
          <a:stretch>
            <a:fillRect/>
          </a:stretch>
        </p:blipFill>
        <p:spPr>
          <a:xfrm>
            <a:off x="10022853" y="4059152"/>
            <a:ext cx="514800" cy="514800"/>
          </a:xfrm>
          <a:prstGeom prst="rect">
            <a:avLst/>
          </a:prstGeom>
        </p:spPr>
      </p:pic>
      <p:sp>
        <p:nvSpPr>
          <p:cNvPr id="8" name="Text Placeholder 7">
            <a:extLst>
              <a:ext uri="{FF2B5EF4-FFF2-40B4-BE49-F238E27FC236}">
                <a16:creationId xmlns="" xmlns:a16="http://schemas.microsoft.com/office/drawing/2014/main" id="{FA562AA1-9ED1-4AA1-8F21-A53B5A69CB06}"/>
              </a:ext>
            </a:extLst>
          </p:cNvPr>
          <p:cNvSpPr>
            <a:spLocks noGrp="1"/>
          </p:cNvSpPr>
          <p:nvPr>
            <p:ph type="body" sz="quarter" idx="15"/>
          </p:nvPr>
        </p:nvSpPr>
        <p:spPr>
          <a:xfrm>
            <a:off x="9402677" y="5010963"/>
            <a:ext cx="1800000" cy="360000"/>
          </a:xfrm>
        </p:spPr>
        <p:txBody>
          <a:bodyPr/>
          <a:lstStyle/>
          <a:p>
            <a:r>
              <a:rPr lang="id-ID" dirty="0" smtClean="0">
                <a:solidFill>
                  <a:schemeClr val="tx1">
                    <a:lumMod val="75000"/>
                    <a:lumOff val="25000"/>
                  </a:schemeClr>
                </a:solidFill>
              </a:rPr>
              <a:t>Otentik</a:t>
            </a:r>
            <a:endParaRPr lang="en-US" dirty="0">
              <a:solidFill>
                <a:schemeClr val="tx1">
                  <a:lumMod val="75000"/>
                  <a:lumOff val="25000"/>
                </a:schemeClr>
              </a:solidFill>
            </a:endParaRPr>
          </a:p>
        </p:txBody>
      </p:sp>
      <p:cxnSp>
        <p:nvCxnSpPr>
          <p:cNvPr id="20" name="Straight Connector 19">
            <a:extLst>
              <a:ext uri="{FF2B5EF4-FFF2-40B4-BE49-F238E27FC236}">
                <a16:creationId xmlns="" xmlns:a16="http://schemas.microsoft.com/office/drawing/2014/main" id="{59D2C94E-1924-4389-B84A-2828D610B220}"/>
              </a:ext>
              <a:ext uri="{C183D7F6-B498-43B3-948B-1728B52AA6E4}">
                <adec:decorative xmlns="" xmlns:adec="http://schemas.microsoft.com/office/drawing/2017/decorative" val="1"/>
              </a:ext>
            </a:extLst>
          </p:cNvPr>
          <p:cNvCxnSpPr>
            <a:cxnSpLocks/>
          </p:cNvCxnSpPr>
          <p:nvPr/>
        </p:nvCxnSpPr>
        <p:spPr>
          <a:xfrm>
            <a:off x="9528677" y="5508163"/>
            <a:ext cx="15480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 xmlns:a16="http://schemas.microsoft.com/office/drawing/2014/main" id="{29E0145E-8E4E-439B-A78F-92EC279B320C}"/>
              </a:ext>
            </a:extLst>
          </p:cNvPr>
          <p:cNvSpPr>
            <a:spLocks noGrp="1"/>
          </p:cNvSpPr>
          <p:nvPr>
            <p:ph type="body" sz="quarter" idx="16"/>
          </p:nvPr>
        </p:nvSpPr>
        <p:spPr/>
        <p:txBody>
          <a:bodyPr/>
          <a:lstStyle/>
          <a:p>
            <a:r>
              <a:rPr lang="id-ID" dirty="0" smtClean="0"/>
              <a:t>Pertanggungjawaban terhadap karya</a:t>
            </a:r>
            <a:endParaRPr lang="en-US" dirty="0">
              <a:solidFill>
                <a:schemeClr val="tx1">
                  <a:lumMod val="75000"/>
                  <a:lumOff val="25000"/>
                </a:schemeClr>
              </a:solidFill>
            </a:endParaRPr>
          </a:p>
        </p:txBody>
      </p:sp>
      <p:sp>
        <p:nvSpPr>
          <p:cNvPr id="3" name="Slide Number Placeholder 2">
            <a:extLst>
              <a:ext uri="{FF2B5EF4-FFF2-40B4-BE49-F238E27FC236}">
                <a16:creationId xmlns="" xmlns:a16="http://schemas.microsoft.com/office/drawing/2014/main" id="{8234C221-D094-445D-A8B7-0030E816562D}"/>
              </a:ext>
            </a:extLst>
          </p:cNvPr>
          <p:cNvSpPr>
            <a:spLocks noGrp="1"/>
          </p:cNvSpPr>
          <p:nvPr>
            <p:ph type="sldNum" sz="quarter" idx="11"/>
          </p:nvPr>
        </p:nvSpPr>
        <p:spPr/>
        <p:txBody>
          <a:bodyPr/>
          <a:lstStyle/>
          <a:p>
            <a:fld id="{4B73C415-D670-4716-A5EC-CC4D52CA2BAC}" type="slidenum">
              <a:rPr lang="en-US" smtClean="0"/>
              <a:pPr/>
              <a:t>7</a:t>
            </a:fld>
            <a:endParaRPr lang="en-US" dirty="0"/>
          </a:p>
        </p:txBody>
      </p:sp>
    </p:spTree>
    <p:extLst>
      <p:ext uri="{BB962C8B-B14F-4D97-AF65-F5344CB8AC3E}">
        <p14:creationId xmlns:p14="http://schemas.microsoft.com/office/powerpoint/2010/main" val="5909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Dasar Informasi</a:t>
            </a:r>
            <a:endParaRPr lang="en-US" dirty="0"/>
          </a:p>
        </p:txBody>
      </p:sp>
      <p:sp>
        <p:nvSpPr>
          <p:cNvPr id="3" name="Content Placeholder 2"/>
          <p:cNvSpPr>
            <a:spLocks noGrp="1"/>
          </p:cNvSpPr>
          <p:nvPr>
            <p:ph idx="1"/>
          </p:nvPr>
        </p:nvSpPr>
        <p:spPr/>
        <p:txBody>
          <a:bodyPr/>
          <a:lstStyle/>
          <a:p>
            <a:r>
              <a:rPr lang="id-ID" dirty="0" smtClean="0"/>
              <a:t>Unsur Berita</a:t>
            </a:r>
          </a:p>
          <a:p>
            <a:pPr marL="457200" indent="-457200">
              <a:buAutoNum type="arabicPeriod"/>
            </a:pPr>
            <a:r>
              <a:rPr lang="id-ID" dirty="0" smtClean="0"/>
              <a:t>What</a:t>
            </a:r>
          </a:p>
          <a:p>
            <a:pPr marL="457200" indent="-457200">
              <a:buAutoNum type="arabicPeriod"/>
            </a:pPr>
            <a:r>
              <a:rPr lang="id-ID" dirty="0" smtClean="0"/>
              <a:t>Who</a:t>
            </a:r>
          </a:p>
          <a:p>
            <a:pPr marL="457200" indent="-457200">
              <a:buAutoNum type="arabicPeriod"/>
            </a:pPr>
            <a:r>
              <a:rPr lang="id-ID" dirty="0" smtClean="0"/>
              <a:t>When</a:t>
            </a:r>
          </a:p>
          <a:p>
            <a:pPr marL="457200" indent="-457200">
              <a:buAutoNum type="arabicPeriod"/>
            </a:pPr>
            <a:r>
              <a:rPr lang="id-ID" dirty="0" smtClean="0"/>
              <a:t>Where</a:t>
            </a:r>
          </a:p>
          <a:p>
            <a:pPr marL="457200" indent="-457200">
              <a:buAutoNum type="arabicPeriod"/>
            </a:pPr>
            <a:r>
              <a:rPr lang="id-ID" dirty="0" smtClean="0"/>
              <a:t>Why</a:t>
            </a:r>
          </a:p>
          <a:p>
            <a:pPr marL="457200" indent="-457200">
              <a:buAutoNum type="arabicPeriod"/>
            </a:pPr>
            <a:r>
              <a:rPr lang="id-ID" dirty="0" smtClean="0"/>
              <a:t>How</a:t>
            </a:r>
            <a:endParaRPr lang="id-ID" dirty="0" smtClean="0"/>
          </a:p>
        </p:txBody>
      </p:sp>
    </p:spTree>
    <p:extLst>
      <p:ext uri="{BB962C8B-B14F-4D97-AF65-F5344CB8AC3E}">
        <p14:creationId xmlns:p14="http://schemas.microsoft.com/office/powerpoint/2010/main" val="2282836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Menyiapkan foto atau video</a:t>
            </a:r>
            <a:endParaRPr lang="en-US" dirty="0"/>
          </a:p>
        </p:txBody>
      </p:sp>
      <p:sp>
        <p:nvSpPr>
          <p:cNvPr id="3" name="Content Placeholder 2"/>
          <p:cNvSpPr>
            <a:spLocks noGrp="1"/>
          </p:cNvSpPr>
          <p:nvPr>
            <p:ph idx="1"/>
          </p:nvPr>
        </p:nvSpPr>
        <p:spPr/>
        <p:txBody>
          <a:bodyPr/>
          <a:lstStyle/>
          <a:p>
            <a:pPr marL="457200" indent="-457200">
              <a:buAutoNum type="arabicPeriod"/>
            </a:pPr>
            <a:r>
              <a:rPr lang="id-ID" dirty="0" smtClean="0"/>
              <a:t>Aktual, gambar peristiwa terbaru</a:t>
            </a:r>
          </a:p>
          <a:p>
            <a:pPr marL="457200" indent="-457200">
              <a:buAutoNum type="arabicPeriod"/>
            </a:pPr>
            <a:r>
              <a:rPr lang="id-ID" dirty="0" smtClean="0"/>
              <a:t>Faktual, benar-benar terjadi, bukan rekayasa</a:t>
            </a:r>
          </a:p>
          <a:p>
            <a:pPr marL="457200" indent="-457200">
              <a:buAutoNum type="arabicPeriod"/>
            </a:pPr>
            <a:r>
              <a:rPr lang="id-ID" dirty="0" smtClean="0"/>
              <a:t>Penting dan menarik</a:t>
            </a:r>
          </a:p>
          <a:p>
            <a:pPr marL="457200" indent="-457200">
              <a:buAutoNum type="arabicPeriod"/>
            </a:pPr>
            <a:r>
              <a:rPr lang="id-ID" dirty="0" smtClean="0"/>
              <a:t>Berhubungan dengan berita</a:t>
            </a:r>
            <a:endParaRPr lang="en-US" dirty="0"/>
          </a:p>
        </p:txBody>
      </p:sp>
    </p:spTree>
    <p:extLst>
      <p:ext uri="{BB962C8B-B14F-4D97-AF65-F5344CB8AC3E}">
        <p14:creationId xmlns:p14="http://schemas.microsoft.com/office/powerpoint/2010/main" val="2014079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3EAE0D-88F0-4123-A369-92983D7E55DC}"/>
              </a:ext>
            </a:extLst>
          </p:cNvPr>
          <p:cNvSpPr>
            <a:spLocks noGrp="1"/>
          </p:cNvSpPr>
          <p:nvPr>
            <p:ph type="title"/>
          </p:nvPr>
        </p:nvSpPr>
        <p:spPr/>
        <p:txBody>
          <a:bodyPr/>
          <a:lstStyle/>
          <a:p>
            <a:r>
              <a:rPr lang="id-ID" dirty="0" smtClean="0"/>
              <a:t>Tips</a:t>
            </a:r>
            <a:endParaRPr lang="en-US" dirty="0"/>
          </a:p>
        </p:txBody>
      </p:sp>
      <p:sp>
        <p:nvSpPr>
          <p:cNvPr id="5" name="Text Placeholder 4">
            <a:extLst>
              <a:ext uri="{FF2B5EF4-FFF2-40B4-BE49-F238E27FC236}">
                <a16:creationId xmlns="" xmlns:a16="http://schemas.microsoft.com/office/drawing/2014/main" id="{B3873866-C6DF-4447-8D2F-8A88CF14E6CB}"/>
              </a:ext>
            </a:extLst>
          </p:cNvPr>
          <p:cNvSpPr>
            <a:spLocks noGrp="1"/>
          </p:cNvSpPr>
          <p:nvPr>
            <p:ph type="body" sz="quarter" idx="12"/>
          </p:nvPr>
        </p:nvSpPr>
        <p:spPr>
          <a:xfrm>
            <a:off x="432000" y="1088264"/>
            <a:ext cx="3975100" cy="1121578"/>
          </a:xfrm>
        </p:spPr>
        <p:txBody>
          <a:bodyPr/>
          <a:lstStyle/>
          <a:p>
            <a:r>
              <a:rPr lang="id-ID" b="1" dirty="0" smtClean="0"/>
              <a:t>Pengguna Medsos juga Manusia</a:t>
            </a:r>
            <a:endParaRPr lang="en-US" b="1" dirty="0"/>
          </a:p>
        </p:txBody>
      </p:sp>
      <p:sp>
        <p:nvSpPr>
          <p:cNvPr id="3" name="Content Placeholder 2">
            <a:extLst>
              <a:ext uri="{FF2B5EF4-FFF2-40B4-BE49-F238E27FC236}">
                <a16:creationId xmlns="" xmlns:a16="http://schemas.microsoft.com/office/drawing/2014/main" id="{616BC25F-F41F-4EE7-8166-FD25E15EA654}"/>
              </a:ext>
            </a:extLst>
          </p:cNvPr>
          <p:cNvSpPr>
            <a:spLocks noGrp="1"/>
          </p:cNvSpPr>
          <p:nvPr>
            <p:ph idx="1"/>
          </p:nvPr>
        </p:nvSpPr>
        <p:spPr>
          <a:xfrm>
            <a:off x="432000" y="2434106"/>
            <a:ext cx="3974900" cy="3645231"/>
          </a:xfrm>
        </p:spPr>
        <p:txBody>
          <a:bodyPr/>
          <a:lstStyle/>
          <a:p>
            <a:pPr marL="342900" indent="-342900">
              <a:buAutoNum type="arabicPeriod"/>
            </a:pPr>
            <a:r>
              <a:rPr lang="en-US" sz="1400" dirty="0" err="1" smtClean="0">
                <a:solidFill>
                  <a:schemeClr val="tx1">
                    <a:lumMod val="75000"/>
                    <a:lumOff val="25000"/>
                  </a:schemeClr>
                </a:solidFill>
              </a:rPr>
              <a:t>Percakapan</a:t>
            </a:r>
            <a:r>
              <a:rPr lang="id-ID" sz="1400" dirty="0" smtClean="0">
                <a:solidFill>
                  <a:schemeClr val="tx1">
                    <a:lumMod val="75000"/>
                    <a:lumOff val="25000"/>
                  </a:schemeClr>
                </a:solidFill>
              </a:rPr>
              <a:t>/Bertutur                                       (Ada kemauan mendengar)</a:t>
            </a:r>
          </a:p>
          <a:p>
            <a:pPr marL="342900" indent="-342900">
              <a:buAutoNum type="arabicPeriod"/>
            </a:pPr>
            <a:r>
              <a:rPr lang="en-US" sz="1400" dirty="0" smtClean="0">
                <a:solidFill>
                  <a:schemeClr val="tx1">
                    <a:lumMod val="75000"/>
                    <a:lumOff val="25000"/>
                  </a:schemeClr>
                </a:solidFill>
              </a:rPr>
              <a:t>Informal </a:t>
            </a:r>
            <a:r>
              <a:rPr lang="id-ID" sz="1400" dirty="0" smtClean="0">
                <a:solidFill>
                  <a:schemeClr val="tx1">
                    <a:lumMod val="75000"/>
                    <a:lumOff val="25000"/>
                  </a:schemeClr>
                </a:solidFill>
              </a:rPr>
              <a:t>namun tak </a:t>
            </a:r>
            <a:r>
              <a:rPr lang="en-US" sz="1400" dirty="0" err="1" smtClean="0">
                <a:solidFill>
                  <a:schemeClr val="tx1">
                    <a:lumMod val="75000"/>
                    <a:lumOff val="25000"/>
                  </a:schemeClr>
                </a:solidFill>
              </a:rPr>
              <a:t>sembarangan</a:t>
            </a:r>
            <a:r>
              <a:rPr lang="id-ID" sz="1400" dirty="0" smtClean="0">
                <a:solidFill>
                  <a:schemeClr val="tx1">
                    <a:lumMod val="75000"/>
                    <a:lumOff val="25000"/>
                  </a:schemeClr>
                </a:solidFill>
              </a:rPr>
              <a:t>.</a:t>
            </a:r>
          </a:p>
          <a:p>
            <a:pPr marL="342900" indent="-342900">
              <a:buAutoNum type="arabicPeriod"/>
            </a:pPr>
            <a:r>
              <a:rPr lang="id-ID" sz="1400" dirty="0" smtClean="0">
                <a:solidFill>
                  <a:schemeClr val="tx1">
                    <a:lumMod val="75000"/>
                    <a:lumOff val="25000"/>
                  </a:schemeClr>
                </a:solidFill>
              </a:rPr>
              <a:t>Kepala </a:t>
            </a:r>
            <a:r>
              <a:rPr lang="id-ID" sz="1400" dirty="0">
                <a:solidFill>
                  <a:schemeClr val="tx1">
                    <a:lumMod val="75000"/>
                    <a:lumOff val="25000"/>
                  </a:schemeClr>
                </a:solidFill>
              </a:rPr>
              <a:t>berita yang </a:t>
            </a:r>
            <a:r>
              <a:rPr lang="id-ID" sz="1400" dirty="0" smtClean="0">
                <a:solidFill>
                  <a:schemeClr val="tx1">
                    <a:lumMod val="75000"/>
                    <a:lumOff val="25000"/>
                  </a:schemeClr>
                </a:solidFill>
              </a:rPr>
              <a:t>ringkas</a:t>
            </a:r>
          </a:p>
          <a:p>
            <a:pPr marL="342900" indent="-342900">
              <a:buAutoNum type="arabicPeriod"/>
            </a:pPr>
            <a:r>
              <a:rPr lang="id-ID" sz="1400" dirty="0" smtClean="0">
                <a:solidFill>
                  <a:schemeClr val="tx1">
                    <a:lumMod val="75000"/>
                    <a:lumOff val="25000"/>
                  </a:schemeClr>
                </a:solidFill>
              </a:rPr>
              <a:t>Tetaplah terlibat                            (Menanggapi respon atau kritik, new media—dua arah)</a:t>
            </a:r>
          </a:p>
          <a:p>
            <a:pPr marL="342900" indent="-342900">
              <a:buAutoNum type="arabicPeriod"/>
            </a:pPr>
            <a:r>
              <a:rPr lang="id-ID" sz="1400" dirty="0" smtClean="0">
                <a:solidFill>
                  <a:schemeClr val="tx1">
                    <a:lumMod val="75000"/>
                    <a:lumOff val="25000"/>
                  </a:schemeClr>
                </a:solidFill>
              </a:rPr>
              <a:t>Tidak selalu hard selling</a:t>
            </a:r>
          </a:p>
          <a:p>
            <a:pPr marL="342900" indent="-342900">
              <a:buAutoNum type="arabicPeriod"/>
            </a:pPr>
            <a:r>
              <a:rPr lang="id-ID" sz="1400" dirty="0" smtClean="0">
                <a:solidFill>
                  <a:schemeClr val="tx1">
                    <a:lumMod val="75000"/>
                    <a:lumOff val="25000"/>
                  </a:schemeClr>
                </a:solidFill>
              </a:rPr>
              <a:t>Jenaka</a:t>
            </a:r>
          </a:p>
          <a:p>
            <a:pPr marL="342900" indent="-342900">
              <a:buAutoNum type="arabicPeriod"/>
            </a:pPr>
            <a:r>
              <a:rPr lang="id-ID" sz="1400" dirty="0" smtClean="0">
                <a:solidFill>
                  <a:schemeClr val="tx1">
                    <a:lumMod val="75000"/>
                    <a:lumOff val="25000"/>
                  </a:schemeClr>
                </a:solidFill>
              </a:rPr>
              <a:t>Saring sebelum share</a:t>
            </a:r>
          </a:p>
          <a:p>
            <a:endParaRPr lang="id-ID" sz="1400" dirty="0">
              <a:solidFill>
                <a:schemeClr val="tx1">
                  <a:lumMod val="75000"/>
                  <a:lumOff val="25000"/>
                </a:schemeClr>
              </a:solidFill>
            </a:endParaRPr>
          </a:p>
          <a:p>
            <a:pPr marL="0" indent="0">
              <a:buNone/>
            </a:pPr>
            <a:endParaRPr lang="en-US" sz="1400" dirty="0">
              <a:solidFill>
                <a:schemeClr val="tx1">
                  <a:lumMod val="75000"/>
                  <a:lumOff val="25000"/>
                </a:schemeClr>
              </a:solidFill>
            </a:endParaRPr>
          </a:p>
        </p:txBody>
      </p:sp>
      <p:pic>
        <p:nvPicPr>
          <p:cNvPr id="32" name="Picture Placeholder 31">
            <a:extLst>
              <a:ext uri="{FF2B5EF4-FFF2-40B4-BE49-F238E27FC236}">
                <a16:creationId xmlns="" xmlns:a16="http://schemas.microsoft.com/office/drawing/2014/main" id="{9985C1E9-B7DC-4EFA-B466-64A4F2674F4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5590142" y="1450975"/>
            <a:ext cx="5524326" cy="3935414"/>
          </a:xfrm>
        </p:spPr>
      </p:pic>
      <p:sp>
        <p:nvSpPr>
          <p:cNvPr id="4" name="Slide Number Placeholder 3">
            <a:extLst>
              <a:ext uri="{FF2B5EF4-FFF2-40B4-BE49-F238E27FC236}">
                <a16:creationId xmlns="" xmlns:a16="http://schemas.microsoft.com/office/drawing/2014/main" id="{27A106A1-5BFA-4033-8A49-0E0F2A688C19}"/>
              </a:ext>
            </a:extLst>
          </p:cNvPr>
          <p:cNvSpPr>
            <a:spLocks noGrp="1"/>
          </p:cNvSpPr>
          <p:nvPr>
            <p:ph type="sldNum" sz="quarter" idx="11"/>
          </p:nvPr>
        </p:nvSpPr>
        <p:spPr/>
        <p:txBody>
          <a:bodyPr/>
          <a:lstStyle/>
          <a:p>
            <a:fld id="{4B73C415-D670-4716-A5EC-CC4D52CA2BAC}" type="slidenum">
              <a:rPr lang="en-US" smtClean="0"/>
              <a:pPr/>
              <a:t>10</a:t>
            </a:fld>
            <a:endParaRPr lang="en-US" dirty="0"/>
          </a:p>
        </p:txBody>
      </p:sp>
    </p:spTree>
    <p:extLst>
      <p:ext uri="{BB962C8B-B14F-4D97-AF65-F5344CB8AC3E}">
        <p14:creationId xmlns:p14="http://schemas.microsoft.com/office/powerpoint/2010/main" val="1096664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a:extLst>
              <a:ext uri="{FF2B5EF4-FFF2-40B4-BE49-F238E27FC236}">
                <a16:creationId xmlns="" xmlns:a16="http://schemas.microsoft.com/office/drawing/2014/main" id="{AC966987-B293-404A-BBED-86957A060395}"/>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60835" y="0"/>
            <a:ext cx="12302883" cy="6786563"/>
          </a:xfrm>
        </p:spPr>
      </p:pic>
      <p:sp>
        <p:nvSpPr>
          <p:cNvPr id="32" name="Rectangle 31">
            <a:extLst>
              <a:ext uri="{FF2B5EF4-FFF2-40B4-BE49-F238E27FC236}">
                <a16:creationId xmlns="" xmlns:a16="http://schemas.microsoft.com/office/drawing/2014/main" id="{A851B3CA-790D-465D-9B97-AA9876E357B9}"/>
              </a:ext>
              <a:ext uri="{C183D7F6-B498-43B3-948B-1728B52AA6E4}">
                <adec:decorative xmlns="" xmlns:adec="http://schemas.microsoft.com/office/drawing/2017/decorative" val="1"/>
              </a:ext>
            </a:extLst>
          </p:cNvPr>
          <p:cNvSpPr/>
          <p:nvPr/>
        </p:nvSpPr>
        <p:spPr>
          <a:xfrm>
            <a:off x="6433190" y="-35719"/>
            <a:ext cx="3979575"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 xmlns:a16="http://schemas.microsoft.com/office/drawing/2014/main" id="{75C12D97-9EB3-9E46-86D3-3A2CA06C20D2}"/>
              </a:ext>
            </a:extLst>
          </p:cNvPr>
          <p:cNvSpPr txBox="1"/>
          <p:nvPr/>
        </p:nvSpPr>
        <p:spPr bwMode="gray">
          <a:xfrm>
            <a:off x="6433190" y="2409694"/>
            <a:ext cx="2983941" cy="341632"/>
          </a:xfrm>
          <a:prstGeom prst="rect">
            <a:avLst/>
          </a:prstGeom>
          <a:noFill/>
        </p:spPr>
        <p:txBody>
          <a:bodyPr wrap="square" rtlCol="0">
            <a:spAutoFit/>
          </a:bodyPr>
          <a:lstStyle/>
          <a:p>
            <a:pPr>
              <a:lnSpc>
                <a:spcPct val="90000"/>
              </a:lnSpc>
            </a:pPr>
            <a:r>
              <a:rPr lang="id-ID" b="1" dirty="0" smtClean="0">
                <a:gradFill>
                  <a:gsLst>
                    <a:gs pos="0">
                      <a:schemeClr val="accent1"/>
                    </a:gs>
                    <a:gs pos="51300">
                      <a:schemeClr val="accent2"/>
                    </a:gs>
                    <a:gs pos="100000">
                      <a:schemeClr val="accent3"/>
                    </a:gs>
                  </a:gsLst>
                  <a:lin ang="0" scaled="0"/>
                </a:gradFill>
              </a:rPr>
              <a:t>Salam Literasi</a:t>
            </a:r>
            <a:endParaRPr lang="en-US" b="1" dirty="0">
              <a:gradFill>
                <a:gsLst>
                  <a:gs pos="0">
                    <a:schemeClr val="accent1"/>
                  </a:gs>
                  <a:gs pos="51300">
                    <a:schemeClr val="accent2"/>
                  </a:gs>
                  <a:gs pos="100000">
                    <a:schemeClr val="accent3"/>
                  </a:gs>
                </a:gsLst>
                <a:lin ang="0" scaled="0"/>
              </a:gradFill>
            </a:endParaRPr>
          </a:p>
        </p:txBody>
      </p:sp>
      <p:sp>
        <p:nvSpPr>
          <p:cNvPr id="2" name="Title 1">
            <a:extLst>
              <a:ext uri="{FF2B5EF4-FFF2-40B4-BE49-F238E27FC236}">
                <a16:creationId xmlns="" xmlns:a16="http://schemas.microsoft.com/office/drawing/2014/main" id="{8468F2B1-EF8F-4772-ADA1-4195B20EBA74}"/>
              </a:ext>
            </a:extLst>
          </p:cNvPr>
          <p:cNvSpPr>
            <a:spLocks noGrp="1"/>
          </p:cNvSpPr>
          <p:nvPr>
            <p:ph type="ctrTitle"/>
          </p:nvPr>
        </p:nvSpPr>
        <p:spPr bwMode="gray"/>
        <p:txBody>
          <a:bodyPr/>
          <a:lstStyle/>
          <a:p>
            <a:r>
              <a:rPr lang="en-US" dirty="0"/>
              <a:t>Thank You</a:t>
            </a:r>
          </a:p>
        </p:txBody>
      </p:sp>
      <p:cxnSp>
        <p:nvCxnSpPr>
          <p:cNvPr id="16" name="Straight Connector 15">
            <a:extLst>
              <a:ext uri="{FF2B5EF4-FFF2-40B4-BE49-F238E27FC236}">
                <a16:creationId xmlns="" xmlns:a16="http://schemas.microsoft.com/office/drawing/2014/main" id="{F3753AF9-461F-4049-BB9D-621E76A51470}"/>
              </a:ext>
              <a:ext uri="{C183D7F6-B498-43B3-948B-1728B52AA6E4}">
                <adec:decorative xmlns="" xmlns:adec="http://schemas.microsoft.com/office/drawing/2017/decorative" val="1"/>
              </a:ext>
            </a:extLst>
          </p:cNvPr>
          <p:cNvCxnSpPr>
            <a:cxnSpLocks/>
          </p:cNvCxnSpPr>
          <p:nvPr/>
        </p:nvCxnSpPr>
        <p:spPr>
          <a:xfrm>
            <a:off x="6539896" y="4848225"/>
            <a:ext cx="3571782" cy="0"/>
          </a:xfrm>
          <a:prstGeom prst="line">
            <a:avLst/>
          </a:prstGeom>
          <a:ln>
            <a:gradFill>
              <a:gsLst>
                <a:gs pos="0">
                  <a:schemeClr val="accent1"/>
                </a:gs>
                <a:gs pos="51300">
                  <a:schemeClr val="accent2"/>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pic>
        <p:nvPicPr>
          <p:cNvPr id="21" name="Graphic 20" descr="User" title="Icon - Presenter Name">
            <a:extLst>
              <a:ext uri="{FF2B5EF4-FFF2-40B4-BE49-F238E27FC236}">
                <a16:creationId xmlns="" xmlns:a16="http://schemas.microsoft.com/office/drawing/2014/main" id="{97242EBD-470B-4FB1-9B4C-E6DCB282152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6582150" y="5034270"/>
            <a:ext cx="218900" cy="218900"/>
          </a:xfrm>
          <a:prstGeom prst="rect">
            <a:avLst/>
          </a:prstGeom>
        </p:spPr>
      </p:pic>
      <p:sp>
        <p:nvSpPr>
          <p:cNvPr id="3" name="Subtitle 2">
            <a:extLst>
              <a:ext uri="{FF2B5EF4-FFF2-40B4-BE49-F238E27FC236}">
                <a16:creationId xmlns="" xmlns:a16="http://schemas.microsoft.com/office/drawing/2014/main" id="{565124A8-7554-4DB8-896F-F9946B9CF1F9}"/>
              </a:ext>
            </a:extLst>
          </p:cNvPr>
          <p:cNvSpPr>
            <a:spLocks noGrp="1"/>
          </p:cNvSpPr>
          <p:nvPr>
            <p:ph type="subTitle" idx="1"/>
          </p:nvPr>
        </p:nvSpPr>
        <p:spPr bwMode="gray"/>
        <p:txBody>
          <a:bodyPr/>
          <a:lstStyle/>
          <a:p>
            <a:r>
              <a:rPr lang="id-ID" dirty="0" smtClean="0"/>
              <a:t>Yudhis Fajar</a:t>
            </a:r>
            <a:endParaRPr lang="en-US" dirty="0"/>
          </a:p>
        </p:txBody>
      </p:sp>
      <p:pic>
        <p:nvPicPr>
          <p:cNvPr id="25" name="Graphic 24" descr="Smart Phone" title="Icon - Presenter Phone Number">
            <a:extLst>
              <a:ext uri="{FF2B5EF4-FFF2-40B4-BE49-F238E27FC236}">
                <a16:creationId xmlns="" xmlns:a16="http://schemas.microsoft.com/office/drawing/2014/main" id="{B1BC719A-AAF0-4DB7-9856-CF7AC6A9880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6582150" y="5388742"/>
            <a:ext cx="218900" cy="218900"/>
          </a:xfrm>
          <a:prstGeom prst="rect">
            <a:avLst/>
          </a:prstGeom>
        </p:spPr>
      </p:pic>
      <p:sp>
        <p:nvSpPr>
          <p:cNvPr id="18" name="Text Placeholder 17">
            <a:extLst>
              <a:ext uri="{FF2B5EF4-FFF2-40B4-BE49-F238E27FC236}">
                <a16:creationId xmlns="" xmlns:a16="http://schemas.microsoft.com/office/drawing/2014/main" id="{31CED8F1-B63A-4FD2-9699-34AD761A8805}"/>
              </a:ext>
            </a:extLst>
          </p:cNvPr>
          <p:cNvSpPr>
            <a:spLocks noGrp="1"/>
          </p:cNvSpPr>
          <p:nvPr>
            <p:ph type="body" sz="quarter" idx="12"/>
          </p:nvPr>
        </p:nvSpPr>
        <p:spPr bwMode="gray">
          <a:xfrm>
            <a:off x="6905625" y="5412943"/>
            <a:ext cx="3206750" cy="247650"/>
          </a:xfrm>
        </p:spPr>
        <p:txBody>
          <a:bodyPr/>
          <a:lstStyle/>
          <a:p>
            <a:r>
              <a:rPr lang="id-ID" dirty="0" smtClean="0"/>
              <a:t>081228144344</a:t>
            </a:r>
            <a:endParaRPr lang="en-US" dirty="0"/>
          </a:p>
        </p:txBody>
      </p:sp>
      <p:pic>
        <p:nvPicPr>
          <p:cNvPr id="23" name="Graphic 22" descr="Envelope" title="Icon Presenter Email">
            <a:extLst>
              <a:ext uri="{FF2B5EF4-FFF2-40B4-BE49-F238E27FC236}">
                <a16:creationId xmlns="" xmlns:a16="http://schemas.microsoft.com/office/drawing/2014/main" id="{D99072B1-8690-4652-9009-362F46A213C2}"/>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 xmlns:asvg="http://schemas.microsoft.com/office/drawing/2016/SVG/main" r:embed="rId9"/>
              </a:ext>
            </a:extLst>
          </a:blip>
          <a:stretch>
            <a:fillRect/>
          </a:stretch>
        </p:blipFill>
        <p:spPr>
          <a:xfrm>
            <a:off x="6582150" y="5780263"/>
            <a:ext cx="218900" cy="218900"/>
          </a:xfrm>
          <a:prstGeom prst="rect">
            <a:avLst/>
          </a:prstGeom>
        </p:spPr>
      </p:pic>
      <p:sp>
        <p:nvSpPr>
          <p:cNvPr id="19" name="Text Placeholder 18">
            <a:extLst>
              <a:ext uri="{FF2B5EF4-FFF2-40B4-BE49-F238E27FC236}">
                <a16:creationId xmlns="" xmlns:a16="http://schemas.microsoft.com/office/drawing/2014/main" id="{E48632CD-1506-46F5-A0DE-640903269D93}"/>
              </a:ext>
            </a:extLst>
          </p:cNvPr>
          <p:cNvSpPr>
            <a:spLocks noGrp="1"/>
          </p:cNvSpPr>
          <p:nvPr>
            <p:ph type="body" sz="quarter" idx="13"/>
          </p:nvPr>
        </p:nvSpPr>
        <p:spPr bwMode="gray">
          <a:xfrm>
            <a:off x="6905625" y="5768111"/>
            <a:ext cx="3206750" cy="247650"/>
          </a:xfrm>
        </p:spPr>
        <p:txBody>
          <a:bodyPr/>
          <a:lstStyle/>
          <a:p>
            <a:r>
              <a:rPr lang="id-ID" dirty="0" smtClean="0">
                <a:hlinkClick r:id="rId10"/>
              </a:rPr>
              <a:t>yudhisfajar@gmail.com</a:t>
            </a:r>
            <a:r>
              <a:rPr lang="id-ID" dirty="0" smtClean="0"/>
              <a:t> </a:t>
            </a:r>
            <a:endParaRPr lang="en-US" dirty="0"/>
          </a:p>
        </p:txBody>
      </p:sp>
      <p:pic>
        <p:nvPicPr>
          <p:cNvPr id="17" name="Graphic 16" descr="World">
            <a:extLst>
              <a:ext uri="{FF2B5EF4-FFF2-40B4-BE49-F238E27FC236}">
                <a16:creationId xmlns="" xmlns:a16="http://schemas.microsoft.com/office/drawing/2014/main" id="{67AFAC0E-54F2-8843-9BDA-C965BFBBFBFB}"/>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 xmlns:asvg="http://schemas.microsoft.com/office/drawing/2016/SVG/main" r:embed="rId12"/>
              </a:ext>
            </a:extLst>
          </a:blip>
          <a:stretch>
            <a:fillRect/>
          </a:stretch>
        </p:blipFill>
        <p:spPr>
          <a:xfrm>
            <a:off x="6576383" y="6123279"/>
            <a:ext cx="231342" cy="231342"/>
          </a:xfrm>
          <a:prstGeom prst="rect">
            <a:avLst/>
          </a:prstGeom>
        </p:spPr>
      </p:pic>
      <p:sp>
        <p:nvSpPr>
          <p:cNvPr id="26" name="Text Placeholder 18">
            <a:extLst>
              <a:ext uri="{FF2B5EF4-FFF2-40B4-BE49-F238E27FC236}">
                <a16:creationId xmlns="" xmlns:a16="http://schemas.microsoft.com/office/drawing/2014/main" id="{2EA3E05A-60C4-CD45-A7AC-1F20F4D95F6A}"/>
              </a:ext>
            </a:extLst>
          </p:cNvPr>
          <p:cNvSpPr txBox="1">
            <a:spLocks/>
          </p:cNvSpPr>
          <p:nvPr/>
        </p:nvSpPr>
        <p:spPr bwMode="gray">
          <a:xfrm>
            <a:off x="6905625" y="6123279"/>
            <a:ext cx="3206750" cy="24765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dirty="0" smtClean="0">
                <a:hlinkClick r:id="rId13"/>
              </a:rPr>
              <a:t>rbipustaka.com</a:t>
            </a:r>
            <a:endParaRPr lang="en-US" dirty="0"/>
          </a:p>
        </p:txBody>
      </p:sp>
    </p:spTree>
    <p:extLst>
      <p:ext uri="{BB962C8B-B14F-4D97-AF65-F5344CB8AC3E}">
        <p14:creationId xmlns:p14="http://schemas.microsoft.com/office/powerpoint/2010/main" val="168567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t="8716" b="8716"/>
          <a:stretch>
            <a:fillRect/>
          </a:stretch>
        </p:blipFill>
        <p:spPr>
          <a:xfrm>
            <a:off x="7134896" y="180304"/>
            <a:ext cx="4275786" cy="6001421"/>
          </a:xfrm>
        </p:spPr>
      </p:pic>
      <p:sp>
        <p:nvSpPr>
          <p:cNvPr id="3" name="Title 2"/>
          <p:cNvSpPr>
            <a:spLocks noGrp="1"/>
          </p:cNvSpPr>
          <p:nvPr>
            <p:ph type="ctrTitle"/>
          </p:nvPr>
        </p:nvSpPr>
        <p:spPr/>
        <p:txBody>
          <a:bodyPr/>
          <a:lstStyle/>
          <a:p>
            <a:r>
              <a:rPr lang="id-ID" dirty="0" smtClean="0"/>
              <a:t>Dibuang Sayang </a:t>
            </a:r>
            <a:endParaRPr lang="en-US" dirty="0"/>
          </a:p>
        </p:txBody>
      </p:sp>
      <p:sp>
        <p:nvSpPr>
          <p:cNvPr id="4" name="Subtitle 3"/>
          <p:cNvSpPr>
            <a:spLocks noGrp="1"/>
          </p:cNvSpPr>
          <p:nvPr>
            <p:ph type="subTitle" idx="1"/>
          </p:nvPr>
        </p:nvSpPr>
        <p:spPr/>
        <p:txBody>
          <a:bodyPr/>
          <a:lstStyle/>
          <a:p>
            <a:r>
              <a:rPr lang="id-ID" dirty="0" smtClean="0"/>
              <a:t>Sekilas Info</a:t>
            </a:r>
            <a:endParaRPr lang="en-US" dirty="0"/>
          </a:p>
        </p:txBody>
      </p:sp>
    </p:spTree>
    <p:extLst>
      <p:ext uri="{BB962C8B-B14F-4D97-AF65-F5344CB8AC3E}">
        <p14:creationId xmlns:p14="http://schemas.microsoft.com/office/powerpoint/2010/main" val="4232573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186" y="557439"/>
            <a:ext cx="2367591" cy="830997"/>
          </a:xfrm>
        </p:spPr>
        <p:txBody>
          <a:bodyPr/>
          <a:lstStyle/>
          <a:p>
            <a:r>
              <a:rPr lang="id-ID" sz="3600" dirty="0" smtClean="0">
                <a:solidFill>
                  <a:srgbClr val="FF0000"/>
                </a:solidFill>
                <a:latin typeface="Cooper Black" panose="0208090404030B020404" pitchFamily="18" charset="0"/>
              </a:rPr>
              <a:t>UU ITE</a:t>
            </a:r>
            <a:endParaRPr lang="en-US" sz="3600" dirty="0">
              <a:solidFill>
                <a:srgbClr val="FF0000"/>
              </a:solidFill>
              <a:latin typeface="Cooper Black" panose="0208090404030B020404" pitchFamily="18" charset="0"/>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33413" y="2492177"/>
            <a:ext cx="5386387" cy="3018234"/>
          </a:xfrm>
        </p:spPr>
      </p:pic>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913359" y="1825625"/>
            <a:ext cx="3794531" cy="4351338"/>
          </a:xfrm>
        </p:spPr>
      </p:pic>
    </p:spTree>
    <p:extLst>
      <p:ext uri="{BB962C8B-B14F-4D97-AF65-F5344CB8AC3E}">
        <p14:creationId xmlns:p14="http://schemas.microsoft.com/office/powerpoint/2010/main" val="2043667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Pasal yang perlu diwaspadai</a:t>
            </a:r>
            <a:endParaRPr lang="en-US" dirty="0"/>
          </a:p>
        </p:txBody>
      </p:sp>
      <p:sp>
        <p:nvSpPr>
          <p:cNvPr id="3" name="Text Placeholder 2"/>
          <p:cNvSpPr>
            <a:spLocks noGrp="1"/>
          </p:cNvSpPr>
          <p:nvPr>
            <p:ph type="body" sz="half" idx="2"/>
          </p:nvPr>
        </p:nvSpPr>
        <p:spPr/>
        <p:txBody>
          <a:bodyPr/>
          <a:lstStyle/>
          <a:p>
            <a:pPr marL="342900" indent="-342900">
              <a:buAutoNum type="arabicPeriod"/>
            </a:pPr>
            <a:r>
              <a:rPr lang="id-ID" dirty="0" smtClean="0"/>
              <a:t>Pasal 27 UU ITE</a:t>
            </a:r>
          </a:p>
          <a:p>
            <a:pPr marL="342900" indent="-342900">
              <a:buAutoNum type="arabicPeriod"/>
            </a:pPr>
            <a:r>
              <a:rPr lang="id-ID" dirty="0" smtClean="0"/>
              <a:t>Pasal 28 UU ITE</a:t>
            </a:r>
          </a:p>
          <a:p>
            <a:pPr marL="342900" indent="-342900">
              <a:buAutoNum type="arabicPeriod"/>
            </a:pPr>
            <a:r>
              <a:rPr lang="id-ID" dirty="0" smtClean="0"/>
              <a:t>Pasal 29 UU ITE</a:t>
            </a:r>
            <a:endParaRPr lang="en-US" dirty="0"/>
          </a:p>
        </p:txBody>
      </p:sp>
      <p:pic>
        <p:nvPicPr>
          <p:cNvPr id="5" name="Picture Placeholder 4"/>
          <p:cNvPicPr>
            <a:picLocks noGrp="1" noChangeAspect="1"/>
          </p:cNvPicPr>
          <p:nvPr>
            <p:ph type="pic" idx="1"/>
          </p:nvPr>
        </p:nvPicPr>
        <p:blipFill>
          <a:blip r:embed="rId2" cstate="print">
            <a:extLst>
              <a:ext uri="{28A0092B-C50C-407E-A947-70E740481C1C}">
                <a14:useLocalDpi xmlns:a14="http://schemas.microsoft.com/office/drawing/2010/main" val="0"/>
              </a:ext>
            </a:extLst>
          </a:blip>
          <a:stretch>
            <a:fillRect/>
          </a:stretch>
        </p:blipFill>
        <p:spPr>
          <a:xfrm>
            <a:off x="5311977" y="792144"/>
            <a:ext cx="6172200" cy="4363470"/>
          </a:xfrm>
        </p:spPr>
      </p:pic>
    </p:spTree>
    <p:extLst>
      <p:ext uri="{BB962C8B-B14F-4D97-AF65-F5344CB8AC3E}">
        <p14:creationId xmlns:p14="http://schemas.microsoft.com/office/powerpoint/2010/main" val="1303346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186" y="557439"/>
            <a:ext cx="10815864" cy="6538820"/>
          </a:xfrm>
        </p:spPr>
        <p:txBody>
          <a:bodyPr/>
          <a:lstStyle/>
          <a:p>
            <a:r>
              <a:rPr lang="id-ID" sz="2400" dirty="0" smtClean="0">
                <a:latin typeface="Times New Roman" panose="02020603050405020304" pitchFamily="18" charset="0"/>
                <a:cs typeface="Times New Roman" panose="02020603050405020304" pitchFamily="18" charset="0"/>
              </a:rPr>
              <a:t>Pasal 27</a:t>
            </a:r>
            <a:br>
              <a:rPr lang="id-ID" sz="2400" dirty="0" smtClean="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
            </a:r>
            <a:br>
              <a:rPr lang="id-ID" sz="2400" dirty="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a:t>
            </a:r>
            <a:r>
              <a:rPr lang="id-ID" sz="2400" dirty="0">
                <a:latin typeface="Times New Roman" panose="02020603050405020304" pitchFamily="18" charset="0"/>
                <a:cs typeface="Times New Roman" panose="02020603050405020304" pitchFamily="18" charset="0"/>
              </a:rPr>
              <a:t>1) Setiap Orang dengan sengaja dan tanpa hak mendistribusikan dan/atau mentransmisikan dan/atau membuat dapat diaksesnya Informasi Elektronik dan/atau Dokumen Elektronik yang memiliki muatan yang melanggar kesusilaan.</a:t>
            </a:r>
            <a:br>
              <a:rPr lang="id-ID" sz="2400" dirty="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
            </a:r>
            <a:br>
              <a:rPr lang="id-ID" sz="2400" dirty="0" smtClean="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a:t>
            </a:r>
            <a:r>
              <a:rPr lang="id-ID" sz="2400" dirty="0">
                <a:latin typeface="Times New Roman" panose="02020603050405020304" pitchFamily="18" charset="0"/>
                <a:cs typeface="Times New Roman" panose="02020603050405020304" pitchFamily="18" charset="0"/>
              </a:rPr>
              <a:t>2) Setiap Orang dengan sengaja dan tanpa hak mendistribusikan dan/atau mentransmisikan dan/atau membuat dapat diaksesnya Informasi Elektronik dan/atau Dokumen Elektronik yang memiliki muatan perjudian.</a:t>
            </a:r>
            <a:br>
              <a:rPr lang="id-ID" sz="2400" dirty="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
            </a:r>
            <a:br>
              <a:rPr lang="id-ID" sz="2400" dirty="0" smtClean="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a:t>
            </a:r>
            <a:r>
              <a:rPr lang="id-ID" sz="2400" dirty="0" smtClean="0">
                <a:latin typeface="Times New Roman" panose="02020603050405020304" pitchFamily="18" charset="0"/>
                <a:cs typeface="Times New Roman" panose="02020603050405020304" pitchFamily="18" charset="0"/>
              </a:rPr>
              <a:t>3</a:t>
            </a:r>
            <a:r>
              <a:rPr lang="id-ID" sz="2400" dirty="0">
                <a:latin typeface="Times New Roman" panose="02020603050405020304" pitchFamily="18" charset="0"/>
                <a:cs typeface="Times New Roman" panose="02020603050405020304" pitchFamily="18" charset="0"/>
              </a:rPr>
              <a:t>) Setiap Orang dengan sengaja dan tanpa hak mendistribusikan dan/atau mentransmisikan dan/atau membuat dapat diaksesnya Informasi Elektronik dan/atau Dokumen Elektronik yang memiliki muatan penghinaan dan/atau pencemaran nama baik.</a:t>
            </a:r>
            <a:br>
              <a:rPr lang="id-ID" sz="2400" dirty="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
            </a:r>
            <a:br>
              <a:rPr lang="id-ID" sz="2400" dirty="0" smtClean="0">
                <a:latin typeface="Times New Roman" panose="02020603050405020304" pitchFamily="18" charset="0"/>
                <a:cs typeface="Times New Roman" panose="02020603050405020304" pitchFamily="18" charset="0"/>
              </a:rPr>
            </a:br>
            <a:r>
              <a:rPr lang="id-ID" sz="2400" dirty="0" smtClean="0">
                <a:latin typeface="Times New Roman" panose="02020603050405020304" pitchFamily="18" charset="0"/>
                <a:cs typeface="Times New Roman" panose="02020603050405020304" pitchFamily="18" charset="0"/>
              </a:rPr>
              <a:t>(</a:t>
            </a:r>
            <a:r>
              <a:rPr lang="id-ID" sz="2400" dirty="0">
                <a:latin typeface="Times New Roman" panose="02020603050405020304" pitchFamily="18" charset="0"/>
                <a:cs typeface="Times New Roman" panose="02020603050405020304" pitchFamily="18" charset="0"/>
              </a:rPr>
              <a:t>4) Setiap Orang dengan sengaja dan tanpa hak mendistribusikan dan/atau mentransmisikan dan/atau membuat dapat diaksesnya Informasi Elektronik dan/atau Dokumen Elektronik yang memiliki muatan pemerasan dan/atau pengancaman.</a:t>
            </a:r>
            <a:r>
              <a:rPr lang="id-ID" sz="2400" dirty="0" smtClean="0">
                <a:latin typeface="Times New Roman" panose="02020603050405020304" pitchFamily="18" charset="0"/>
                <a:cs typeface="Times New Roman" panose="02020603050405020304" pitchFamily="18" charset="0"/>
              </a:rPr>
              <a:t/>
            </a:r>
            <a:br>
              <a:rPr lang="id-ID" sz="2400" dirty="0" smtClean="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622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186" y="557439"/>
            <a:ext cx="10815864" cy="5972150"/>
          </a:xfrm>
        </p:spPr>
        <p:txBody>
          <a:bodyPr/>
          <a:lstStyle/>
          <a:p>
            <a:r>
              <a:rPr lang="id-ID" sz="2400" dirty="0"/>
              <a:t/>
            </a:r>
            <a:br>
              <a:rPr lang="id-ID" sz="2400" dirty="0"/>
            </a:br>
            <a:r>
              <a:rPr lang="id-ID" sz="2400" dirty="0">
                <a:latin typeface="Times New Roman" panose="02020603050405020304" pitchFamily="18" charset="0"/>
                <a:cs typeface="Times New Roman" panose="02020603050405020304" pitchFamily="18" charset="0"/>
              </a:rPr>
              <a:t>Pasal 28 UU ITE </a:t>
            </a:r>
            <a:br>
              <a:rPr lang="id-ID" sz="2400" dirty="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(1) Setiap Orang dengan sengaja dan tanpa hak menyebarkan berita bohong dan menyesatkan yang mengakibatkan kerugian konsumen dalam Transaksi Elektronik.</a:t>
            </a:r>
            <a:br>
              <a:rPr lang="id-ID" sz="2400" dirty="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(2) Setiap Orang dengan sengaja dan tanpa hak menyebarkan informasi yang ditujukan untuk menimbulkan rasa kebencian atau permusuhan individu dan/atau kelompok masyarakat tertentu berdasarkan atas suku, agama, ras, dan antargolongan (SARA).</a:t>
            </a:r>
            <a:br>
              <a:rPr lang="id-ID" sz="2400" dirty="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
            </a:r>
            <a:br>
              <a:rPr lang="id-ID" sz="2400" dirty="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Pasal 29 UU ITE </a:t>
            </a:r>
            <a:br>
              <a:rPr lang="id-ID" sz="2400" dirty="0">
                <a:latin typeface="Times New Roman" panose="02020603050405020304" pitchFamily="18" charset="0"/>
                <a:cs typeface="Times New Roman" panose="02020603050405020304" pitchFamily="18" charset="0"/>
              </a:rPr>
            </a:br>
            <a:r>
              <a:rPr lang="id-ID" sz="2400" dirty="0">
                <a:latin typeface="Times New Roman" panose="02020603050405020304" pitchFamily="18" charset="0"/>
                <a:cs typeface="Times New Roman" panose="02020603050405020304" pitchFamily="18" charset="0"/>
              </a:rPr>
              <a:t>"Setiap Orang dengan sengaja dan tanpa hak mengirimkan Informasi Elektronik dan/atau Dokumen Elektronik yang berisi ancaman kekerasan atau menakut-nakuti yang ditujukan secara pribadi</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0226"/>
      </p:ext>
    </p:extLst>
  </p:cSld>
  <p:clrMapOvr>
    <a:masterClrMapping/>
  </p:clrMapOvr>
</p:sld>
</file>

<file path=ppt/theme/theme1.xml><?xml version="1.0" encoding="utf-8"?>
<a:theme xmlns:a="http://schemas.openxmlformats.org/drawingml/2006/main" name="Office Theme">
  <a:themeElements>
    <a:clrScheme name="Great Pitch Decks - Technology">
      <a:dk1>
        <a:sysClr val="windowText" lastClr="000000"/>
      </a:dk1>
      <a:lt1>
        <a:sysClr val="window" lastClr="FFFFFF"/>
      </a:lt1>
      <a:dk2>
        <a:srgbClr val="12121E"/>
      </a:dk2>
      <a:lt2>
        <a:srgbClr val="F2F2F2"/>
      </a:lt2>
      <a:accent1>
        <a:srgbClr val="00B0F0"/>
      </a:accent1>
      <a:accent2>
        <a:srgbClr val="5ECCF3"/>
      </a:accent2>
      <a:accent3>
        <a:srgbClr val="A7EA52"/>
      </a:accent3>
      <a:accent4>
        <a:srgbClr val="5DCEAF"/>
      </a:accent4>
      <a:accent5>
        <a:srgbClr val="FF8021"/>
      </a:accent5>
      <a:accent6>
        <a:srgbClr val="F14124"/>
      </a:accent6>
      <a:hlink>
        <a:srgbClr val="5ECCF3"/>
      </a:hlink>
      <a:folHlink>
        <a:srgbClr val="7F7F7F"/>
      </a:folHlink>
    </a:clrScheme>
    <a:fontScheme name="Custom 141">
      <a:majorFont>
        <a:latin typeface="Arial Black"/>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33781529_Tech pitch deck_RVA_v5" id="{A2EB78D0-E53B-4F6A-BDEB-161D0EE79897}" vid="{43D59DC8-94C0-4D1D-B6DD-8A7938E09C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at Pitch Decks - Technology">
    <a:dk1>
      <a:sysClr val="windowText" lastClr="000000"/>
    </a:dk1>
    <a:lt1>
      <a:sysClr val="window" lastClr="FFFFFF"/>
    </a:lt1>
    <a:dk2>
      <a:srgbClr val="12121E"/>
    </a:dk2>
    <a:lt2>
      <a:srgbClr val="F2F2F2"/>
    </a:lt2>
    <a:accent1>
      <a:srgbClr val="00B0F0"/>
    </a:accent1>
    <a:accent2>
      <a:srgbClr val="5ECCF3"/>
    </a:accent2>
    <a:accent3>
      <a:srgbClr val="A7EA52"/>
    </a:accent3>
    <a:accent4>
      <a:srgbClr val="5DCEAF"/>
    </a:accent4>
    <a:accent5>
      <a:srgbClr val="FF8021"/>
    </a:accent5>
    <a:accent6>
      <a:srgbClr val="F14124"/>
    </a:accent6>
    <a:hlink>
      <a:srgbClr val="5ECCF3"/>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E3E58C-5E8A-4781-9921-C2B23BC09EB2}">
  <ds:schemaRefs>
    <ds:schemaRef ds:uri="http://schemas.microsoft.com/sharepoint/v3/contenttype/forms"/>
  </ds:schemaRefs>
</ds:datastoreItem>
</file>

<file path=customXml/itemProps2.xml><?xml version="1.0" encoding="utf-8"?>
<ds:datastoreItem xmlns:ds="http://schemas.openxmlformats.org/officeDocument/2006/customXml" ds:itemID="{C9C0BFDF-D948-4F4A-854E-477525F57792}">
  <ds:schemaRefs>
    <ds:schemaRef ds:uri="http://purl.org/dc/terms/"/>
    <ds:schemaRef ds:uri="http://schemas.microsoft.com/office/infopath/2007/PartnerControls"/>
    <ds:schemaRef ds:uri="71af3243-3dd4-4a8d-8c0d-dd76da1f02a5"/>
    <ds:schemaRef ds:uri="16c05727-aa75-4e4a-9b5f-8a80a1165891"/>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13094F6-5ADD-4195-AF81-00AF033C96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pitch deck</Template>
  <TotalTime>0</TotalTime>
  <Words>304</Words>
  <Application>Microsoft Office PowerPoint</Application>
  <PresentationFormat>Widescreen</PresentationFormat>
  <Paragraphs>96</Paragraphs>
  <Slides>16</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Black</vt:lpstr>
      <vt:lpstr>Calibri</vt:lpstr>
      <vt:lpstr>Candara</vt:lpstr>
      <vt:lpstr>Cooper Black</vt:lpstr>
      <vt:lpstr>Tahoma</vt:lpstr>
      <vt:lpstr>Times New Roman</vt:lpstr>
      <vt:lpstr>Office Theme</vt:lpstr>
      <vt:lpstr>Bimtek Penulisan Medsos Pemerintah</vt:lpstr>
      <vt:lpstr>Kolaborasi</vt:lpstr>
      <vt:lpstr>Kejelasan</vt:lpstr>
      <vt:lpstr>Berkenalan dengan Medsos</vt:lpstr>
      <vt:lpstr>Masalah Umum</vt:lpstr>
      <vt:lpstr>Berani Memulai</vt:lpstr>
      <vt:lpstr>Strategi           ‘Menulis’ di Medsos</vt:lpstr>
      <vt:lpstr>Dasar Informasi</vt:lpstr>
      <vt:lpstr>Menyiapkan foto atau video</vt:lpstr>
      <vt:lpstr>Tips</vt:lpstr>
      <vt:lpstr>Thank You</vt:lpstr>
      <vt:lpstr>Dibuang Sayang </vt:lpstr>
      <vt:lpstr>UU ITE</vt:lpstr>
      <vt:lpstr>Pasal yang perlu diwaspadai</vt:lpstr>
      <vt:lpstr>Pasal 27  (1) Setiap Orang dengan sengaja dan tanpa hak mendistribusikan dan/atau mentransmisikan dan/atau membuat dapat diaksesnya Informasi Elektronik dan/atau Dokumen Elektronik yang memiliki muatan yang melanggar kesusilaan.  (2) Setiap Orang dengan sengaja dan tanpa hak mendistribusikan dan/atau mentransmisikan dan/atau membuat dapat diaksesnya Informasi Elektronik dan/atau Dokumen Elektronik yang memiliki muatan perjudian.  (3) Setiap Orang dengan sengaja dan tanpa hak mendistribusikan dan/atau mentransmisikan dan/atau membuat dapat diaksesnya Informasi Elektronik dan/atau Dokumen Elektronik yang memiliki muatan penghinaan dan/atau pencemaran nama baik.  (4) Setiap Orang dengan sengaja dan tanpa hak mendistribusikan dan/atau mentransmisikan dan/atau membuat dapat diaksesnya Informasi Elektronik dan/atau Dokumen Elektronik yang memiliki muatan pemerasan dan/atau pengancaman. </vt:lpstr>
      <vt:lpstr> Pasal 28 UU ITE  (1) Setiap Orang dengan sengaja dan tanpa hak menyebarkan berita bohong dan menyesatkan yang mengakibatkan kerugian konsumen dalam Transaksi Elektronik. (2) Setiap Orang dengan sengaja dan tanpa hak menyebarkan informasi yang ditujukan untuk menimbulkan rasa kebencian atau permusuhan individu dan/atau kelompok masyarakat tertentu berdasarkan atas suku, agama, ras, dan antargolongan (SARA).  Pasal 29 UU ITE  "Setiap Orang dengan sengaja dan tanpa hak mengirimkan Informasi Elektronik dan/atau Dokumen Elektronik yang berisi ancaman kekerasan atau menakut-nakuti yang ditujukan secara pribadi</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2021-11-08T23:29:09Z</dcterms:created>
  <dcterms:modified xsi:type="dcterms:W3CDTF">2022-07-14T00:38:41Z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